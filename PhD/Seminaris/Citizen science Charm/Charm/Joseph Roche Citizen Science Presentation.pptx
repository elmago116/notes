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3" r:id="rId4"/>
    <p:sldMasterId id="2147483724" r:id="rId5"/>
    <p:sldMasterId id="2147483725" r:id="rId6"/>
    <p:sldMasterId id="2147483726" r:id="rId7"/>
    <p:sldMasterId id="2147483727" r:id="rId8"/>
    <p:sldMasterId id="2147483728" r:id="rId9"/>
    <p:sldMasterId id="2147483729" r:id="rId10"/>
  </p:sldMasterIdLst>
  <p:notesMasterIdLst>
    <p:notesMasterId r:id="rId4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83"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4" r:id="rId39"/>
    <p:sldId id="285" r:id="rId40"/>
    <p:sldId id="286" r:id="rId41"/>
  </p:sldIdLst>
  <p:sldSz cx="9144000" cy="5143500" type="screen16x9"/>
  <p:notesSz cx="6858000" cy="9144000"/>
  <p:embeddedFontLst>
    <p:embeddedFont>
      <p:font typeface="Lato" panose="020F0502020204030203" pitchFamily="34" charset="0"/>
      <p:regular r:id="rId43"/>
      <p:bold r:id="rId44"/>
      <p:italic r:id="rId45"/>
      <p:boldItalic r:id="rId46"/>
    </p:embeddedFont>
    <p:embeddedFont>
      <p:font typeface="Lato Black" panose="020F0502020204030203" pitchFamily="34" charset="0"/>
      <p:bold r:id="rId47"/>
      <p:italic r:id="rId48"/>
      <p:boldItalic r:id="rId49"/>
    </p:embeddedFont>
    <p:embeddedFont>
      <p:font typeface="Lato Light" panose="020F0502020204030203"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675C53-5FE6-E1C7-0A83-7AF5115563F7}" v="1" dt="2026-02-06T08:56:38.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35"/>
  </p:normalViewPr>
  <p:slideViewPr>
    <p:cSldViewPr snapToGrid="0">
      <p:cViewPr varScale="1">
        <p:scale>
          <a:sx n="117" d="100"/>
          <a:sy n="117" d="100"/>
        </p:scale>
        <p:origin x="176"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font" Target="fonts/font3.fntdata"/><Relationship Id="rId53" Type="http://schemas.openxmlformats.org/officeDocument/2006/relationships/font" Target="fonts/font11.fntdata"/><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font" Target="fonts/font4.fntdata"/><Relationship Id="rId59" Type="http://schemas.microsoft.com/office/2015/10/relationships/revisionInfo" Target="revisionInfo.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font" Target="fonts/font7.fntdata"/><Relationship Id="rId57" Type="http://schemas.openxmlformats.org/officeDocument/2006/relationships/tableStyles" Target="tableStyles.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font" Target="fonts/font2.fntdata"/><Relationship Id="rId52"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ran.chamieh@hs-ruhrwest.de" userId="S::urn:spo:guest#imran.chamieh@hs-ruhrwest.de::" providerId="AD" clId="Web-{9E675C53-5FE6-E1C7-0A83-7AF5115563F7}"/>
    <pc:docChg chg="sldOrd">
      <pc:chgData name="imran.chamieh@hs-ruhrwest.de" userId="S::urn:spo:guest#imran.chamieh@hs-ruhrwest.de::" providerId="AD" clId="Web-{9E675C53-5FE6-E1C7-0A83-7AF5115563F7}" dt="2026-02-06T08:56:38.324" v="0"/>
      <pc:docMkLst>
        <pc:docMk/>
      </pc:docMkLst>
      <pc:sldChg chg="ord">
        <pc:chgData name="imran.chamieh@hs-ruhrwest.de" userId="S::urn:spo:guest#imran.chamieh@hs-ruhrwest.de::" providerId="AD" clId="Web-{9E675C53-5FE6-E1C7-0A83-7AF5115563F7}" dt="2026-02-06T08:56:38.324" v="0"/>
        <pc:sldMkLst>
          <pc:docMk/>
          <pc:sldMk cId="0"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b9811ca95c_0_225: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b9811ca95c_0_2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g3b9811ca95c_0_225: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c3e9946375_0_1965: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c3e9946375_0_19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g3c3e9946375_0_1965: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c3e9946375_0_1973: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c3e9946375_0_19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g3c3e9946375_0_1973: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c3e9946375_0_1980: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c3e9946375_0_19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g3c3e9946375_0_1980: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c3e9946375_0_1994: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c3e9946375_0_19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g3c3e9946375_0_1994: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c3e9946375_0_2207: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c3e9946375_0_2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g3c3e9946375_0_2207: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c3e9946375_0_2015: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c3e9946375_0_20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g3c3e9946375_0_2015: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c3e9946375_0_2022: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c3e9946375_0_20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g3c3e9946375_0_2022: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c3e9946375_0_2029: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c3e9946375_0_20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g3c3e9946375_0_2029: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c3e9946375_0_2280: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c3e9946375_0_2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g3c3e9946375_0_2280: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c3e9946375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380" name="Google Shape;380;g3c3e9946375_0_4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c3e9946375_0_1310: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c3e9946375_0_1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g3c3e9946375_0_1310: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c3e9946375_0_2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387" name="Google Shape;387;g3c3e9946375_0_22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c3e9946375_0_1652: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c3e9946375_0_16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g3c3e9946375_0_1652: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c3e9946375_0_16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g3c3e9946375_0_16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c3e9946375_0_22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g3c3e9946375_0_22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c3e9946375_0_1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g3c3e9946375_0_1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c3e9946375_0_486: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3c3e9946375_0_4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g3c3e9946375_0_486: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c3e9946375_0_4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443" name="Google Shape;443;g3c3e9946375_0_4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c3e9946375_0_1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449" name="Google Shape;449;g3c3e9946375_0_12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c3e9946375_0_1259: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c3e9946375_0_12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Hanny's Voorwerp /ˈhʌn.nis ˈvɔːr.wɛrp/, (Dutch for Hanny's object) is a rare type of astronomical object called a quasar ionization echo.[1][2][3][4] It was discovered in 2007 by Dutch schoolteacher Hanny van Arkel, while she was participating as a volunteer in the Galaxy Zoo project. Photographically, it appears as a bright blob close to spiral galaxy IC 2497 in the constellation Leo Minor.</a:t>
            </a:r>
            <a:endParaRPr/>
          </a:p>
        </p:txBody>
      </p:sp>
      <p:sp>
        <p:nvSpPr>
          <p:cNvPr id="455" name="Google Shape;455;g3c3e9946375_0_1259: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c3e9946375_0_1267: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3c3e9946375_0_1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alibri"/>
                <a:ea typeface="Calibri"/>
                <a:cs typeface="Calibri"/>
                <a:sym typeface="Calibri"/>
              </a:rPr>
              <a:t>Monarch butterfly… important because they act as pollinators and as they decline ecosystems suffer. Because they are so distinctive they are sometimes seen as the “canary in the coal mine” for damage to an ecosystem because their decline is usually noticed sooner than that of other pollinators. Their migratory patterns are also fascinating because they travel thousands of miles despite the fact that they weigh no more than a paperclip.</a:t>
            </a:r>
            <a:endParaRPr>
              <a:latin typeface="Calibri"/>
              <a:ea typeface="Calibri"/>
              <a:cs typeface="Calibri"/>
              <a:sym typeface="Calibri"/>
            </a:endParaRPr>
          </a:p>
        </p:txBody>
      </p:sp>
      <p:sp>
        <p:nvSpPr>
          <p:cNvPr id="464" name="Google Shape;464;g3c3e9946375_0_1267: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c3e9946375_0_1272: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c3e9946375_0_12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500">
                <a:latin typeface="Calibri"/>
                <a:ea typeface="Calibri"/>
                <a:cs typeface="Calibri"/>
                <a:sym typeface="Calibri"/>
              </a:rPr>
              <a:t>Entomologist David James studied Monarch Butterflies and had a difficult time breeding and tagging enough butterflies for him to be able to do his research. So he enlisted the help of inmates in Washington State Penitentiary. </a:t>
            </a:r>
            <a:endParaRPr sz="15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“James teamed up with Tamara Russell, a psychologist and the clinical director at the Washington State Penitentiary, to entice prison inmates to raise monarchs. The Butterfly Wranglers, as they call themselves, have proven to be dedicated individuals, highly capable of rearing butterflies. In fact, they are better at growing monarchs than James”</a:t>
            </a:r>
            <a:endParaRPr sz="15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500">
              <a:latin typeface="Calibri"/>
              <a:ea typeface="Calibri"/>
              <a:cs typeface="Calibri"/>
              <a:sym typeface="Calibri"/>
            </a:endParaRPr>
          </a:p>
          <a:p>
            <a:pPr marL="0" lvl="0" indent="0" algn="l" rtl="0">
              <a:spcBef>
                <a:spcPts val="0"/>
              </a:spcBef>
              <a:spcAft>
                <a:spcPts val="0"/>
              </a:spcAft>
              <a:buNone/>
            </a:pPr>
            <a:endParaRPr sz="1500">
              <a:latin typeface="Calibri"/>
              <a:ea typeface="Calibri"/>
              <a:cs typeface="Calibri"/>
              <a:sym typeface="Calibri"/>
            </a:endParaRPr>
          </a:p>
        </p:txBody>
      </p:sp>
      <p:sp>
        <p:nvSpPr>
          <p:cNvPr id="470" name="Google Shape;470;g3c3e9946375_0_1272: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c3e9946375_0_1280: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3c3e9946375_0_1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g3c3e9946375_0_1280: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c3e9946375_0_1287: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3c3e9946375_0_12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g3c3e9946375_0_1287: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c3e9946375_0_1294: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3c3e9946375_0_12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g3c3e9946375_0_1294: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c3e9946375_0_1300: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c3e9946375_0_13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g3c3e9946375_0_1300: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c3e9946375_0_1305: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3c3e9946375_0_13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https://www.huffingtonpost.com/entry/mark-ruffalo-flint_us_5741ebc7e4b0613b512a8d25</a:t>
            </a:r>
            <a:endParaRPr/>
          </a:p>
        </p:txBody>
      </p:sp>
      <p:sp>
        <p:nvSpPr>
          <p:cNvPr id="508" name="Google Shape;508;g3c3e9946375_0_1305: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c3e9946375_0_1318: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c3e9946375_0_13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g3c3e9946375_0_1318: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c3e9946375_0_1324: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c3e9946375_0_13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g3c3e9946375_0_1324: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c3e9946375_0_2306:notes"/>
          <p:cNvSpPr>
            <a:spLocks noGrp="1" noRot="1" noChangeAspect="1"/>
          </p:cNvSpPr>
          <p:nvPr>
            <p:ph type="sldImg" idx="2"/>
          </p:nvPr>
        </p:nvSpPr>
        <p:spPr>
          <a:xfrm>
            <a:off x="38099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c3e9946375_0_23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g3c3e9946375_0_2306:notes"/>
          <p:cNvSpPr txBox="1">
            <a:spLocks noGrp="1"/>
          </p:cNvSpPr>
          <p:nvPr>
            <p:ph type="sldNum" idx="12"/>
          </p:nvPr>
        </p:nvSpPr>
        <p:spPr>
          <a:xfrm>
            <a:off x="3884612"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1" indent="0" algn="l" rtl="0">
              <a:spcBef>
                <a:spcPts val="0"/>
              </a:spcBef>
              <a:spcAft>
                <a:spcPts val="0"/>
              </a:spcAft>
              <a:buNone/>
            </a:pPr>
            <a:endParaRPr/>
          </a:p>
          <a:p>
            <a:pPr marL="0" lvl="2" indent="0" algn="l" rtl="0">
              <a:spcBef>
                <a:spcPts val="0"/>
              </a:spcBef>
              <a:spcAft>
                <a:spcPts val="0"/>
              </a:spcAft>
              <a:buNone/>
            </a:pPr>
            <a:endParaRPr/>
          </a:p>
          <a:p>
            <a:pPr marL="0" lvl="3" indent="0" algn="l" rtl="0">
              <a:spcBef>
                <a:spcPts val="0"/>
              </a:spcBef>
              <a:spcAft>
                <a:spcPts val="0"/>
              </a:spcAft>
              <a:buNone/>
            </a:pPr>
            <a:endParaRPr/>
          </a:p>
          <a:p>
            <a:pPr marL="0" lvl="4" indent="0" algn="l" rtl="0">
              <a:spcBef>
                <a:spcPts val="0"/>
              </a:spcBef>
              <a:spcAft>
                <a:spcPts val="0"/>
              </a:spcAft>
              <a:buNone/>
            </a:pPr>
            <a:endParaRPr/>
          </a:p>
          <a:p>
            <a:pPr marL="0" lvl="5" indent="0" algn="l" rtl="0">
              <a:spcBef>
                <a:spcPts val="0"/>
              </a:spcBef>
              <a:spcAft>
                <a:spcPts val="0"/>
              </a:spcAft>
              <a:buNone/>
            </a:pPr>
            <a:endParaRPr/>
          </a:p>
          <a:p>
            <a:pPr marL="0" lvl="6" indent="0" algn="l" rtl="0">
              <a:spcBef>
                <a:spcPts val="0"/>
              </a:spcBef>
              <a:spcAft>
                <a:spcPts val="0"/>
              </a:spcAft>
              <a:buNone/>
            </a:pPr>
            <a:endParaRPr/>
          </a:p>
          <a:p>
            <a:pPr marL="0" lvl="7" indent="0" algn="l" rtl="0">
              <a:spcBef>
                <a:spcPts val="0"/>
              </a:spcBef>
              <a:spcAft>
                <a:spcPts val="0"/>
              </a:spcAft>
              <a:buNone/>
            </a:pPr>
            <a:endParaRPr/>
          </a:p>
          <a:p>
            <a:pPr marL="0" lvl="8"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FFFFFF"/>
        </a:solidFill>
        <a:effectLst/>
      </p:bgPr>
    </p:bg>
    <p:spTree>
      <p:nvGrpSpPr>
        <p:cNvPr id="1" name="Shape 5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5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7"/>
        <p:cNvGrpSpPr/>
        <p:nvPr/>
      </p:nvGrpSpPr>
      <p:grpSpPr>
        <a:xfrm>
          <a:off x="0" y="0"/>
          <a:ext cx="0" cy="0"/>
          <a:chOff x="0" y="0"/>
          <a:chExt cx="0" cy="0"/>
        </a:xfrm>
      </p:grpSpPr>
      <p:pic>
        <p:nvPicPr>
          <p:cNvPr id="58" name="Google Shape;58;p16"/>
          <p:cNvPicPr preferRelativeResize="0"/>
          <p:nvPr/>
        </p:nvPicPr>
        <p:blipFill rotWithShape="1">
          <a:blip r:embed="rId2">
            <a:alphaModFix/>
          </a:blip>
          <a:srcRect t="91484" r="53078"/>
          <a:stretch/>
        </p:blipFill>
        <p:spPr>
          <a:xfrm>
            <a:off x="0" y="4210050"/>
            <a:ext cx="9144000" cy="933451"/>
          </a:xfrm>
          <a:prstGeom prst="rect">
            <a:avLst/>
          </a:prstGeom>
          <a:noFill/>
          <a:ln>
            <a:noFill/>
          </a:ln>
        </p:spPr>
      </p:pic>
      <p:pic>
        <p:nvPicPr>
          <p:cNvPr id="59" name="Google Shape;59;p16" descr="white-print-web-trinity.png"/>
          <p:cNvPicPr preferRelativeResize="0"/>
          <p:nvPr/>
        </p:nvPicPr>
        <p:blipFill>
          <a:blip r:embed="rId3">
            <a:alphaModFix/>
          </a:blip>
          <a:stretch>
            <a:fillRect/>
          </a:stretch>
        </p:blipFill>
        <p:spPr>
          <a:xfrm>
            <a:off x="693950" y="4259150"/>
            <a:ext cx="2420850" cy="835225"/>
          </a:xfrm>
          <a:prstGeom prst="rect">
            <a:avLst/>
          </a:prstGeom>
          <a:noFill/>
          <a:ln>
            <a:noFill/>
          </a:ln>
        </p:spPr>
      </p:pic>
      <p:sp>
        <p:nvSpPr>
          <p:cNvPr id="60" name="Google Shape;60;p16"/>
          <p:cNvSpPr txBox="1"/>
          <p:nvPr/>
        </p:nvSpPr>
        <p:spPr>
          <a:xfrm>
            <a:off x="0" y="4210000"/>
            <a:ext cx="9144000" cy="933300"/>
          </a:xfrm>
          <a:prstGeom prst="rect">
            <a:avLst/>
          </a:prstGeom>
          <a:noFill/>
          <a:ln>
            <a:noFill/>
          </a:ln>
        </p:spPr>
        <p:txBody>
          <a:bodyPr spcFirstLastPara="1" wrap="square" lIns="91425" tIns="91425" rIns="91425" bIns="91425" anchor="ctr" anchorCtr="0">
            <a:noAutofit/>
          </a:bodyPr>
          <a:lstStyle/>
          <a:p>
            <a:pPr marL="1371600" lvl="0" indent="-457200" algn="r" rtl="0">
              <a:spcBef>
                <a:spcPts val="0"/>
              </a:spcBef>
              <a:spcAft>
                <a:spcPts val="0"/>
              </a:spcAft>
              <a:buNone/>
            </a:pPr>
            <a:r>
              <a:rPr lang="en" sz="1000" i="1">
                <a:solidFill>
                  <a:srgbClr val="FFFFFF"/>
                </a:solidFill>
                <a:latin typeface="Calibri"/>
                <a:ea typeface="Calibri"/>
                <a:cs typeface="Calibri"/>
                <a:sym typeface="Calibri"/>
              </a:rPr>
              <a:t>References go here... </a:t>
            </a:r>
            <a:endParaRPr i="1">
              <a:solidFill>
                <a:srgbClr val="FFFFFF"/>
              </a:solidFill>
              <a:latin typeface="Calibri"/>
              <a:ea typeface="Calibri"/>
              <a:cs typeface="Calibri"/>
              <a:sym typeface="Calibri"/>
            </a:endParaRPr>
          </a:p>
        </p:txBody>
      </p:sp>
      <p:sp>
        <p:nvSpPr>
          <p:cNvPr id="61" name="Google Shape;61;p16"/>
          <p:cNvSpPr txBox="1"/>
          <p:nvPr/>
        </p:nvSpPr>
        <p:spPr>
          <a:xfrm>
            <a:off x="0" y="0"/>
            <a:ext cx="9144000" cy="4209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FFFFFF"/>
              </a:buClr>
              <a:buFont typeface="Arial"/>
              <a:buNone/>
            </a:pPr>
            <a:endParaRPr sz="3600">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bg>
      <p:bgPr>
        <a:solidFill>
          <a:srgbClr val="FFFFFF"/>
        </a:solidFill>
        <a:effectLst/>
      </p:bgPr>
    </p:bg>
    <p:spTree>
      <p:nvGrpSpPr>
        <p:cNvPr id="1" name="Shape 62"/>
        <p:cNvGrpSpPr/>
        <p:nvPr/>
      </p:nvGrpSpPr>
      <p:grpSpPr>
        <a:xfrm>
          <a:off x="0" y="0"/>
          <a:ext cx="0" cy="0"/>
          <a:chOff x="0" y="0"/>
          <a:chExt cx="0" cy="0"/>
        </a:xfrm>
      </p:grpSpPr>
      <p:pic>
        <p:nvPicPr>
          <p:cNvPr id="63" name="Google Shape;63;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64" name="Google Shape;64;p17"/>
          <p:cNvSpPr txBox="1"/>
          <p:nvPr/>
        </p:nvSpPr>
        <p:spPr>
          <a:xfrm>
            <a:off x="476250" y="2590800"/>
            <a:ext cx="7467600" cy="8382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2600" b="1">
                <a:solidFill>
                  <a:srgbClr val="FFFFFF"/>
                </a:solidFill>
                <a:latin typeface="Calibri"/>
                <a:ea typeface="Calibri"/>
                <a:cs typeface="Calibri"/>
                <a:sym typeface="Calibri"/>
              </a:rPr>
              <a:t>Thank You</a:t>
            </a:r>
            <a:endParaRPr sz="2600" b="1">
              <a:solidFill>
                <a:srgbClr val="FFFFFF"/>
              </a:solidFill>
              <a:latin typeface="Calibri"/>
              <a:ea typeface="Calibri"/>
              <a:cs typeface="Calibri"/>
              <a:sym typeface="Calibri"/>
            </a:endParaRPr>
          </a:p>
          <a:p>
            <a:pPr marL="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65" name="Google Shape;65;p17"/>
          <p:cNvSpPr txBox="1"/>
          <p:nvPr/>
        </p:nvSpPr>
        <p:spPr>
          <a:xfrm>
            <a:off x="476250" y="3292300"/>
            <a:ext cx="4679400" cy="522300"/>
          </a:xfrm>
          <a:prstGeom prst="rect">
            <a:avLst/>
          </a:prstGeom>
          <a:noFill/>
          <a:ln>
            <a:noFill/>
          </a:ln>
        </p:spPr>
        <p:txBody>
          <a:bodyPr spcFirstLastPara="1" wrap="square" lIns="0" tIns="0" rIns="0" bIns="0" anchor="t" anchorCtr="0">
            <a:noAutofit/>
          </a:bodyPr>
          <a:lstStyle/>
          <a:p>
            <a:pPr marL="0" lvl="1" indent="0" algn="l" rtl="0">
              <a:spcBef>
                <a:spcPts val="0"/>
              </a:spcBef>
              <a:spcAft>
                <a:spcPts val="0"/>
              </a:spcAft>
              <a:buNone/>
            </a:pPr>
            <a:endParaRPr>
              <a:solidFill>
                <a:srgbClr val="FFFFFF"/>
              </a:solidFill>
              <a:latin typeface="Calibri"/>
              <a:ea typeface="Calibri"/>
              <a:cs typeface="Calibri"/>
              <a:sym typeface="Calibri"/>
            </a:endParaRPr>
          </a:p>
          <a:p>
            <a:pPr marL="0" lvl="1" indent="0" algn="l" rtl="0">
              <a:spcBef>
                <a:spcPts val="0"/>
              </a:spcBef>
              <a:spcAft>
                <a:spcPts val="0"/>
              </a:spcAft>
              <a:buNone/>
            </a:pPr>
            <a:endParaRPr>
              <a:solidFill>
                <a:srgbClr val="FFFFFF"/>
              </a:solidFill>
              <a:latin typeface="Calibri"/>
              <a:ea typeface="Calibri"/>
              <a:cs typeface="Calibri"/>
              <a:sym typeface="Calibri"/>
            </a:endParaRPr>
          </a:p>
          <a:p>
            <a:pPr marL="0" lvl="1" indent="0" algn="l" rtl="0">
              <a:spcBef>
                <a:spcPts val="0"/>
              </a:spcBef>
              <a:spcAft>
                <a:spcPts val="0"/>
              </a:spcAft>
              <a:buNone/>
            </a:pPr>
            <a:r>
              <a:rPr lang="en">
                <a:solidFill>
                  <a:srgbClr val="FFFFFF"/>
                </a:solidFill>
                <a:latin typeface="Calibri"/>
                <a:ea typeface="Calibri"/>
                <a:cs typeface="Calibri"/>
                <a:sym typeface="Calibri"/>
              </a:rPr>
              <a:t>     @ScienceTCD</a:t>
            </a:r>
            <a:endParaRPr>
              <a:solidFill>
                <a:srgbClr val="FFFFFF"/>
              </a:solidFill>
              <a:latin typeface="Calibri"/>
              <a:ea typeface="Calibri"/>
              <a:cs typeface="Calibri"/>
              <a:sym typeface="Calibri"/>
            </a:endParaRPr>
          </a:p>
        </p:txBody>
      </p:sp>
      <p:pic>
        <p:nvPicPr>
          <p:cNvPr id="66" name="Google Shape;66;p17"/>
          <p:cNvPicPr preferRelativeResize="0"/>
          <p:nvPr/>
        </p:nvPicPr>
        <p:blipFill rotWithShape="1">
          <a:blip r:embed="rId3">
            <a:alphaModFix/>
          </a:blip>
          <a:srcRect/>
          <a:stretch/>
        </p:blipFill>
        <p:spPr>
          <a:xfrm>
            <a:off x="420900" y="3636175"/>
            <a:ext cx="330300" cy="3525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0"/>
        <p:cNvGrpSpPr/>
        <p:nvPr/>
      </p:nvGrpSpPr>
      <p:grpSpPr>
        <a:xfrm>
          <a:off x="0" y="0"/>
          <a:ext cx="0" cy="0"/>
          <a:chOff x="0" y="0"/>
          <a:chExt cx="0" cy="0"/>
        </a:xfrm>
      </p:grpSpPr>
      <p:sp>
        <p:nvSpPr>
          <p:cNvPr id="71" name="Google Shape;71;p19"/>
          <p:cNvSpPr txBox="1">
            <a:spLocks noGrp="1"/>
          </p:cNvSpPr>
          <p:nvPr>
            <p:ph type="ctrTitle"/>
          </p:nvPr>
        </p:nvSpPr>
        <p:spPr>
          <a:xfrm>
            <a:off x="685800" y="1583342"/>
            <a:ext cx="7772400" cy="1159800"/>
          </a:xfrm>
          <a:prstGeom prst="rect">
            <a:avLst/>
          </a:prstGeom>
          <a:noFill/>
          <a:ln>
            <a:noFill/>
          </a:ln>
        </p:spPr>
        <p:txBody>
          <a:bodyPr spcFirstLastPara="1" wrap="square" lIns="91425" tIns="91425" rIns="91425" bIns="91425" anchor="b" anchorCtr="0">
            <a:noAutofit/>
          </a:bodyPr>
          <a:lstStyle>
            <a:lvl1pPr marL="0" marR="0" lvl="0" indent="0" algn="ctr">
              <a:lnSpc>
                <a:spcPct val="100000"/>
              </a:lnSpc>
              <a:spcBef>
                <a:spcPts val="0"/>
              </a:spcBef>
              <a:spcAft>
                <a:spcPts val="0"/>
              </a:spcAft>
              <a:buClr>
                <a:schemeClr val="dk1"/>
              </a:buClr>
              <a:buSzPts val="1400"/>
              <a:buFont typeface="Arial"/>
              <a:buNone/>
              <a:defRPr/>
            </a:lvl1pPr>
            <a:lvl2pPr marL="0" marR="0" lvl="1" indent="0" algn="ctr">
              <a:lnSpc>
                <a:spcPct val="100000"/>
              </a:lnSpc>
              <a:spcBef>
                <a:spcPts val="0"/>
              </a:spcBef>
              <a:spcAft>
                <a:spcPts val="0"/>
              </a:spcAft>
              <a:buClr>
                <a:schemeClr val="dk1"/>
              </a:buClr>
              <a:buSzPts val="1400"/>
              <a:buFont typeface="Arial"/>
              <a:buNone/>
              <a:defRPr/>
            </a:lvl2pPr>
            <a:lvl3pPr marL="0" marR="0" lvl="2" indent="0" algn="ctr">
              <a:spcBef>
                <a:spcPts val="0"/>
              </a:spcBef>
              <a:spcAft>
                <a:spcPts val="0"/>
              </a:spcAft>
              <a:buClr>
                <a:schemeClr val="dk1"/>
              </a:buClr>
              <a:buSzPts val="1400"/>
              <a:buFont typeface="Arial"/>
              <a:buNone/>
              <a:defRPr/>
            </a:lvl3pPr>
            <a:lvl4pPr marL="0" marR="0" lvl="3" indent="0" algn="ctr">
              <a:spcBef>
                <a:spcPts val="0"/>
              </a:spcBef>
              <a:spcAft>
                <a:spcPts val="0"/>
              </a:spcAft>
              <a:buClr>
                <a:schemeClr val="dk1"/>
              </a:buClr>
              <a:buSzPts val="1400"/>
              <a:buFont typeface="Arial"/>
              <a:buNone/>
              <a:defRPr/>
            </a:lvl4pPr>
            <a:lvl5pPr marL="0" marR="0" lvl="4" indent="0" algn="ctr">
              <a:spcBef>
                <a:spcPts val="0"/>
              </a:spcBef>
              <a:spcAft>
                <a:spcPts val="0"/>
              </a:spcAft>
              <a:buClr>
                <a:schemeClr val="dk1"/>
              </a:buClr>
              <a:buSzPts val="1400"/>
              <a:buFont typeface="Arial"/>
              <a:buNone/>
              <a:defRPr/>
            </a:lvl5pPr>
            <a:lvl6pPr marL="0" marR="0" lvl="5" indent="0" algn="ctr">
              <a:spcBef>
                <a:spcPts val="0"/>
              </a:spcBef>
              <a:spcAft>
                <a:spcPts val="0"/>
              </a:spcAft>
              <a:buClr>
                <a:schemeClr val="dk1"/>
              </a:buClr>
              <a:buSzPts val="1400"/>
              <a:buFont typeface="Arial"/>
              <a:buNone/>
              <a:defRPr/>
            </a:lvl6pPr>
            <a:lvl7pPr marL="0" marR="0" lvl="6" indent="0" algn="ctr">
              <a:spcBef>
                <a:spcPts val="0"/>
              </a:spcBef>
              <a:spcAft>
                <a:spcPts val="0"/>
              </a:spcAft>
              <a:buClr>
                <a:schemeClr val="dk1"/>
              </a:buClr>
              <a:buSzPts val="1400"/>
              <a:buFont typeface="Arial"/>
              <a:buNone/>
              <a:defRPr/>
            </a:lvl7pPr>
            <a:lvl8pPr marL="0" marR="0" lvl="7" indent="0" algn="ctr">
              <a:spcBef>
                <a:spcPts val="0"/>
              </a:spcBef>
              <a:spcAft>
                <a:spcPts val="0"/>
              </a:spcAft>
              <a:buClr>
                <a:schemeClr val="dk1"/>
              </a:buClr>
              <a:buSzPts val="1400"/>
              <a:buFont typeface="Arial"/>
              <a:buNone/>
              <a:defRPr/>
            </a:lvl8pPr>
            <a:lvl9pPr marL="0" marR="0" lvl="8" indent="0" algn="ctr">
              <a:spcBef>
                <a:spcPts val="0"/>
              </a:spcBef>
              <a:spcAft>
                <a:spcPts val="0"/>
              </a:spcAft>
              <a:buClr>
                <a:schemeClr val="dk1"/>
              </a:buClr>
              <a:buSzPts val="1400"/>
              <a:buFont typeface="Arial"/>
              <a:buNone/>
              <a:defRPr/>
            </a:lvl9pPr>
          </a:lstStyle>
          <a:p>
            <a:endParaRPr/>
          </a:p>
        </p:txBody>
      </p:sp>
      <p:sp>
        <p:nvSpPr>
          <p:cNvPr id="72" name="Google Shape;72;p19"/>
          <p:cNvSpPr txBox="1">
            <a:spLocks noGrp="1"/>
          </p:cNvSpPr>
          <p:nvPr>
            <p:ph type="subTitle" idx="1"/>
          </p:nvPr>
        </p:nvSpPr>
        <p:spPr>
          <a:xfrm>
            <a:off x="685800" y="2840053"/>
            <a:ext cx="7772400" cy="7848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chemeClr val="dk2"/>
              </a:buClr>
              <a:buSzPts val="1400"/>
              <a:buFont typeface="Arial"/>
              <a:buNone/>
              <a:defRPr/>
            </a:lvl1pPr>
            <a:lvl2pPr marL="0" marR="0" lvl="1" indent="0" algn="ctr">
              <a:lnSpc>
                <a:spcPct val="100000"/>
              </a:lnSpc>
              <a:spcBef>
                <a:spcPts val="0"/>
              </a:spcBef>
              <a:spcAft>
                <a:spcPts val="0"/>
              </a:spcAft>
              <a:buClr>
                <a:schemeClr val="dk2"/>
              </a:buClr>
              <a:buSzPts val="1400"/>
              <a:buFont typeface="Arial"/>
              <a:buNone/>
              <a:defRPr/>
            </a:lvl2pPr>
            <a:lvl3pPr marL="0" marR="0" lvl="2" indent="0" algn="ctr">
              <a:lnSpc>
                <a:spcPct val="100000"/>
              </a:lnSpc>
              <a:spcBef>
                <a:spcPts val="0"/>
              </a:spcBef>
              <a:spcAft>
                <a:spcPts val="0"/>
              </a:spcAft>
              <a:buClr>
                <a:schemeClr val="dk2"/>
              </a:buClr>
              <a:buSzPts val="1400"/>
              <a:buFont typeface="Arial"/>
              <a:buNone/>
              <a:defRPr/>
            </a:lvl3pPr>
            <a:lvl4pPr marL="0" marR="0" lvl="3" indent="0" algn="ctr">
              <a:lnSpc>
                <a:spcPct val="100000"/>
              </a:lnSpc>
              <a:spcBef>
                <a:spcPts val="0"/>
              </a:spcBef>
              <a:spcAft>
                <a:spcPts val="0"/>
              </a:spcAft>
              <a:buClr>
                <a:schemeClr val="dk2"/>
              </a:buClr>
              <a:buSzPts val="1400"/>
              <a:buFont typeface="Arial"/>
              <a:buNone/>
              <a:defRPr/>
            </a:lvl4pPr>
            <a:lvl5pPr marL="0" marR="0" lvl="4" indent="0" algn="ctr">
              <a:lnSpc>
                <a:spcPct val="100000"/>
              </a:lnSpc>
              <a:spcBef>
                <a:spcPts val="0"/>
              </a:spcBef>
              <a:spcAft>
                <a:spcPts val="0"/>
              </a:spcAft>
              <a:buClr>
                <a:schemeClr val="dk2"/>
              </a:buClr>
              <a:buSzPts val="1400"/>
              <a:buFont typeface="Arial"/>
              <a:buNone/>
              <a:defRPr/>
            </a:lvl5pPr>
            <a:lvl6pPr marL="0" marR="0" lvl="5" indent="0" algn="ctr">
              <a:lnSpc>
                <a:spcPct val="100000"/>
              </a:lnSpc>
              <a:spcBef>
                <a:spcPts val="0"/>
              </a:spcBef>
              <a:spcAft>
                <a:spcPts val="0"/>
              </a:spcAft>
              <a:buClr>
                <a:schemeClr val="dk2"/>
              </a:buClr>
              <a:buSzPts val="1400"/>
              <a:buFont typeface="Arial"/>
              <a:buNone/>
              <a:defRPr/>
            </a:lvl6pPr>
            <a:lvl7pPr marL="0" marR="0" lvl="6" indent="0" algn="ctr">
              <a:lnSpc>
                <a:spcPct val="100000"/>
              </a:lnSpc>
              <a:spcBef>
                <a:spcPts val="0"/>
              </a:spcBef>
              <a:spcAft>
                <a:spcPts val="0"/>
              </a:spcAft>
              <a:buClr>
                <a:schemeClr val="dk2"/>
              </a:buClr>
              <a:buSzPts val="1400"/>
              <a:buFont typeface="Arial"/>
              <a:buNone/>
              <a:defRPr/>
            </a:lvl7pPr>
            <a:lvl8pPr marL="0" marR="0" lvl="7" indent="0" algn="ctr">
              <a:lnSpc>
                <a:spcPct val="100000"/>
              </a:lnSpc>
              <a:spcBef>
                <a:spcPts val="0"/>
              </a:spcBef>
              <a:spcAft>
                <a:spcPts val="0"/>
              </a:spcAft>
              <a:buClr>
                <a:schemeClr val="dk2"/>
              </a:buClr>
              <a:buSzPts val="1400"/>
              <a:buFont typeface="Arial"/>
              <a:buNone/>
              <a:defRPr/>
            </a:lvl8pPr>
            <a:lvl9pPr marL="0" marR="0" lvl="8" indent="0" algn="ctr">
              <a:lnSpc>
                <a:spcPct val="100000"/>
              </a:lnSpc>
              <a:spcBef>
                <a:spcPts val="0"/>
              </a:spcBef>
              <a:spcAft>
                <a:spcPts val="0"/>
              </a:spcAft>
              <a:buClr>
                <a:schemeClr val="dk2"/>
              </a:buClr>
              <a:buSzPts val="1400"/>
              <a:buFont typeface="Arial"/>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75" name="Google Shape;75;p20"/>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6"/>
        <p:cNvGrpSpPr/>
        <p:nvPr/>
      </p:nvGrpSpPr>
      <p:grpSpPr>
        <a:xfrm>
          <a:off x="0" y="0"/>
          <a:ext cx="0" cy="0"/>
          <a:chOff x="0" y="0"/>
          <a:chExt cx="0" cy="0"/>
        </a:xfrm>
      </p:grpSpPr>
      <p:sp>
        <p:nvSpPr>
          <p:cNvPr id="77" name="Google Shape;77;p21"/>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78" name="Google Shape;78;p21"/>
          <p:cNvSpPr txBox="1">
            <a:spLocks noGrp="1"/>
          </p:cNvSpPr>
          <p:nvPr>
            <p:ph type="body" idx="1"/>
          </p:nvPr>
        </p:nvSpPr>
        <p:spPr>
          <a:xfrm>
            <a:off x="457200" y="1200150"/>
            <a:ext cx="39945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
        <p:nvSpPr>
          <p:cNvPr id="79" name="Google Shape;79;p21"/>
          <p:cNvSpPr txBox="1">
            <a:spLocks noGrp="1"/>
          </p:cNvSpPr>
          <p:nvPr>
            <p:ph type="body" idx="2"/>
          </p:nvPr>
        </p:nvSpPr>
        <p:spPr>
          <a:xfrm>
            <a:off x="4692273" y="1200150"/>
            <a:ext cx="39945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22"/>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2"/>
        <p:cNvGrpSpPr/>
        <p:nvPr/>
      </p:nvGrpSpPr>
      <p:grpSpPr>
        <a:xfrm>
          <a:off x="0" y="0"/>
          <a:ext cx="0" cy="0"/>
          <a:chOff x="0" y="0"/>
          <a:chExt cx="0" cy="0"/>
        </a:xfrm>
      </p:grpSpPr>
      <p:sp>
        <p:nvSpPr>
          <p:cNvPr id="83" name="Google Shape;83;p23"/>
          <p:cNvSpPr txBox="1">
            <a:spLocks noGrp="1"/>
          </p:cNvSpPr>
          <p:nvPr>
            <p:ph type="body" idx="1"/>
          </p:nvPr>
        </p:nvSpPr>
        <p:spPr>
          <a:xfrm>
            <a:off x="457200" y="4406309"/>
            <a:ext cx="8229600" cy="519600"/>
          </a:xfrm>
          <a:prstGeom prst="rect">
            <a:avLst/>
          </a:prstGeom>
          <a:noFill/>
          <a:ln>
            <a:noFill/>
          </a:ln>
        </p:spPr>
        <p:txBody>
          <a:bodyPr spcFirstLastPara="1" wrap="square" lIns="91425" tIns="91425" rIns="91425" bIns="91425" anchor="t" anchorCtr="0">
            <a:noAutofit/>
          </a:bodyPr>
          <a:lstStyle>
            <a:lvl1pPr marL="457200" lvl="0" indent="-317500" algn="ctr">
              <a:lnSpc>
                <a:spcPct val="100000"/>
              </a:lnSpc>
              <a:spcBef>
                <a:spcPts val="360"/>
              </a:spcBef>
              <a:spcAft>
                <a:spcPts val="0"/>
              </a:spcAft>
              <a:buClr>
                <a:schemeClr val="dk1"/>
              </a:buClr>
              <a:buSzPts val="1400"/>
              <a:buFont typeface="Arial"/>
              <a:buChar char="●"/>
              <a:defRPr/>
            </a:lvl1pPr>
            <a:lvl2pPr marL="914400" lvl="1" indent="-317500" algn="ctr">
              <a:lnSpc>
                <a:spcPct val="100000"/>
              </a:lnSpc>
              <a:spcBef>
                <a:spcPts val="360"/>
              </a:spcBef>
              <a:spcAft>
                <a:spcPts val="0"/>
              </a:spcAft>
              <a:buClr>
                <a:schemeClr val="dk1"/>
              </a:buClr>
              <a:buSzPts val="1400"/>
              <a:buFont typeface="Courier New"/>
              <a:buChar char="o"/>
              <a:defRPr/>
            </a:lvl2pPr>
            <a:lvl3pPr marL="1371600" lvl="2" indent="-317500" algn="ctr">
              <a:lnSpc>
                <a:spcPct val="100000"/>
              </a:lnSpc>
              <a:spcBef>
                <a:spcPts val="360"/>
              </a:spcBef>
              <a:spcAft>
                <a:spcPts val="0"/>
              </a:spcAft>
              <a:buClr>
                <a:schemeClr val="dk1"/>
              </a:buClr>
              <a:buSzPts val="1400"/>
              <a:buFont typeface="Noto Symbol"/>
              <a:buChar char="▪"/>
              <a:defRPr/>
            </a:lvl3pPr>
            <a:lvl4pPr marL="1828800" lvl="3" indent="-317500" algn="ctr">
              <a:lnSpc>
                <a:spcPct val="100000"/>
              </a:lnSpc>
              <a:spcBef>
                <a:spcPts val="360"/>
              </a:spcBef>
              <a:spcAft>
                <a:spcPts val="0"/>
              </a:spcAft>
              <a:buClr>
                <a:schemeClr val="dk1"/>
              </a:buClr>
              <a:buSzPts val="1400"/>
              <a:buFont typeface="Arial"/>
              <a:buChar char="●"/>
              <a:defRPr/>
            </a:lvl4pPr>
            <a:lvl5pPr marL="2286000" lvl="4" indent="-317500" algn="ctr">
              <a:lnSpc>
                <a:spcPct val="100000"/>
              </a:lnSpc>
              <a:spcBef>
                <a:spcPts val="360"/>
              </a:spcBef>
              <a:spcAft>
                <a:spcPts val="0"/>
              </a:spcAft>
              <a:buClr>
                <a:schemeClr val="dk1"/>
              </a:buClr>
              <a:buSzPts val="1400"/>
              <a:buFont typeface="Courier New"/>
              <a:buChar char="o"/>
              <a:defRPr/>
            </a:lvl5pPr>
            <a:lvl6pPr marL="2743200" lvl="5" indent="-317500" algn="ctr">
              <a:lnSpc>
                <a:spcPct val="100000"/>
              </a:lnSpc>
              <a:spcBef>
                <a:spcPts val="360"/>
              </a:spcBef>
              <a:spcAft>
                <a:spcPts val="0"/>
              </a:spcAft>
              <a:buClr>
                <a:schemeClr val="dk1"/>
              </a:buClr>
              <a:buSzPts val="1400"/>
              <a:buFont typeface="Noto Symbol"/>
              <a:buChar char="▪"/>
              <a:defRPr/>
            </a:lvl6pPr>
            <a:lvl7pPr marL="3200400" lvl="6" indent="-317500" algn="ctr">
              <a:lnSpc>
                <a:spcPct val="100000"/>
              </a:lnSpc>
              <a:spcBef>
                <a:spcPts val="360"/>
              </a:spcBef>
              <a:spcAft>
                <a:spcPts val="0"/>
              </a:spcAft>
              <a:buClr>
                <a:schemeClr val="dk1"/>
              </a:buClr>
              <a:buSzPts val="1400"/>
              <a:buFont typeface="Arial"/>
              <a:buChar char="●"/>
              <a:defRPr/>
            </a:lvl7pPr>
            <a:lvl8pPr marL="3657600" lvl="7" indent="-317500" algn="ctr">
              <a:lnSpc>
                <a:spcPct val="100000"/>
              </a:lnSpc>
              <a:spcBef>
                <a:spcPts val="360"/>
              </a:spcBef>
              <a:spcAft>
                <a:spcPts val="0"/>
              </a:spcAft>
              <a:buClr>
                <a:schemeClr val="dk1"/>
              </a:buClr>
              <a:buSzPts val="1400"/>
              <a:buFont typeface="Courier New"/>
              <a:buChar char="o"/>
              <a:defRPr/>
            </a:lvl8pPr>
            <a:lvl9pPr marL="4114800" lvl="8" indent="-317500" algn="ctr">
              <a:lnSpc>
                <a:spcPct val="100000"/>
              </a:lnSpc>
              <a:spcBef>
                <a:spcPts val="360"/>
              </a:spcBef>
              <a:spcAft>
                <a:spcPts val="0"/>
              </a:spcAft>
              <a:buClr>
                <a:schemeClr val="dk1"/>
              </a:buClr>
              <a:buSzPts val="1400"/>
              <a:buFont typeface="Noto Symbol"/>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4">
  <p:cSld name="TITLE_4">
    <p:bg>
      <p:bgPr>
        <a:solidFill>
          <a:srgbClr val="FFFFFF"/>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87" name="Google Shape;87;p25"/>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88" name="Google Shape;88;p25"/>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5">
  <p:cSld name="TITLE_5">
    <p:bg>
      <p:bgPr>
        <a:solidFill>
          <a:srgbClr val="FFFFFF"/>
        </a:solidFill>
        <a:effectLst/>
      </p:bgPr>
    </p:bg>
    <p:spTree>
      <p:nvGrpSpPr>
        <p:cNvPr id="1" name="Shape 89"/>
        <p:cNvGrpSpPr/>
        <p:nvPr/>
      </p:nvGrpSpPr>
      <p:grpSpPr>
        <a:xfrm>
          <a:off x="0" y="0"/>
          <a:ext cx="0" cy="0"/>
          <a:chOff x="0" y="0"/>
          <a:chExt cx="0" cy="0"/>
        </a:xfrm>
      </p:grpSpPr>
      <p:pic>
        <p:nvPicPr>
          <p:cNvPr id="90" name="Google Shape;90;p26"/>
          <p:cNvPicPr preferRelativeResize="0"/>
          <p:nvPr/>
        </p:nvPicPr>
        <p:blipFill rotWithShape="1">
          <a:blip r:embed="rId2">
            <a:alphaModFix/>
          </a:blip>
          <a:srcRect t="91484" r="53078"/>
          <a:stretch/>
        </p:blipFill>
        <p:spPr>
          <a:xfrm>
            <a:off x="0" y="4210050"/>
            <a:ext cx="9144000" cy="933451"/>
          </a:xfrm>
          <a:prstGeom prst="rect">
            <a:avLst/>
          </a:prstGeom>
          <a:noFill/>
          <a:ln>
            <a:noFill/>
          </a:ln>
        </p:spPr>
      </p:pic>
      <p:pic>
        <p:nvPicPr>
          <p:cNvPr id="91" name="Google Shape;91;p26" descr="white-print-web-trinity.png"/>
          <p:cNvPicPr preferRelativeResize="0"/>
          <p:nvPr/>
        </p:nvPicPr>
        <p:blipFill>
          <a:blip r:embed="rId3">
            <a:alphaModFix/>
          </a:blip>
          <a:stretch>
            <a:fillRect/>
          </a:stretch>
        </p:blipFill>
        <p:spPr>
          <a:xfrm>
            <a:off x="693950" y="4259150"/>
            <a:ext cx="2420850" cy="83522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1">
  <p:cSld name="TITLE_6">
    <p:bg>
      <p:bgPr>
        <a:solidFill>
          <a:srgbClr val="FFFFFF"/>
        </a:solidFill>
        <a:effectLst/>
      </p:bgPr>
    </p:bg>
    <p:spTree>
      <p:nvGrpSpPr>
        <p:cNvPr id="1" name="Shape 92"/>
        <p:cNvGrpSpPr/>
        <p:nvPr/>
      </p:nvGrpSpPr>
      <p:grpSpPr>
        <a:xfrm>
          <a:off x="0" y="0"/>
          <a:ext cx="0" cy="0"/>
          <a:chOff x="0" y="0"/>
          <a:chExt cx="0" cy="0"/>
        </a:xfrm>
      </p:grpSpPr>
      <p:sp>
        <p:nvSpPr>
          <p:cNvPr id="93" name="Google Shape;93;p27"/>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94" name="Google Shape;94;p27"/>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95" name="Google Shape;95;p27"/>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2">
  <p:cSld name="TITLE_7">
    <p:bg>
      <p:bgPr>
        <a:solidFill>
          <a:srgbClr val="FFFFFF"/>
        </a:solidFill>
        <a:effectLst/>
      </p:bgPr>
    </p:bg>
    <p:spTree>
      <p:nvGrpSpPr>
        <p:cNvPr id="1" name="Shape 96"/>
        <p:cNvGrpSpPr/>
        <p:nvPr/>
      </p:nvGrpSpPr>
      <p:grpSpPr>
        <a:xfrm>
          <a:off x="0" y="0"/>
          <a:ext cx="0" cy="0"/>
          <a:chOff x="0" y="0"/>
          <a:chExt cx="0" cy="0"/>
        </a:xfrm>
      </p:grpSpPr>
      <p:pic>
        <p:nvPicPr>
          <p:cNvPr id="97" name="Google Shape;97;p28"/>
          <p:cNvPicPr preferRelativeResize="0"/>
          <p:nvPr/>
        </p:nvPicPr>
        <p:blipFill rotWithShape="1">
          <a:blip r:embed="rId2">
            <a:alphaModFix/>
          </a:blip>
          <a:srcRect t="91484" r="53078"/>
          <a:stretch/>
        </p:blipFill>
        <p:spPr>
          <a:xfrm>
            <a:off x="0" y="4210050"/>
            <a:ext cx="9144000" cy="933451"/>
          </a:xfrm>
          <a:prstGeom prst="rect">
            <a:avLst/>
          </a:prstGeom>
          <a:noFill/>
          <a:ln>
            <a:noFill/>
          </a:ln>
        </p:spPr>
      </p:pic>
      <p:pic>
        <p:nvPicPr>
          <p:cNvPr id="98" name="Google Shape;98;p28" descr="white-print-web-trinity.png"/>
          <p:cNvPicPr preferRelativeResize="0"/>
          <p:nvPr/>
        </p:nvPicPr>
        <p:blipFill>
          <a:blip r:embed="rId3">
            <a:alphaModFix/>
          </a:blip>
          <a:stretch>
            <a:fillRect/>
          </a:stretch>
        </p:blipFill>
        <p:spPr>
          <a:xfrm>
            <a:off x="693950" y="4259150"/>
            <a:ext cx="2420850" cy="83522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2 1">
  <p:cSld name="TITLE_2">
    <p:bg>
      <p:bgPr>
        <a:solidFill>
          <a:srgbClr val="FFFFFF"/>
        </a:solidFill>
        <a:effectLst/>
      </p:bgPr>
    </p:bg>
    <p:spTree>
      <p:nvGrpSpPr>
        <p:cNvPr id="1" name="Shape 99"/>
        <p:cNvGrpSpPr/>
        <p:nvPr/>
      </p:nvGrpSpPr>
      <p:grpSpPr>
        <a:xfrm>
          <a:off x="0" y="0"/>
          <a:ext cx="0" cy="0"/>
          <a:chOff x="0" y="0"/>
          <a:chExt cx="0" cy="0"/>
        </a:xfrm>
      </p:grpSpPr>
      <p:sp>
        <p:nvSpPr>
          <p:cNvPr id="100" name="Google Shape;100;p29"/>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01" name="Google Shape;101;p29"/>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02" name="Google Shape;102;p29"/>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6"/>
        <p:cNvGrpSpPr/>
        <p:nvPr/>
      </p:nvGrpSpPr>
      <p:grpSpPr>
        <a:xfrm>
          <a:off x="0" y="0"/>
          <a:ext cx="0" cy="0"/>
          <a:chOff x="0" y="0"/>
          <a:chExt cx="0" cy="0"/>
        </a:xfrm>
      </p:grpSpPr>
      <p:sp>
        <p:nvSpPr>
          <p:cNvPr id="107" name="Google Shape;107;p31"/>
          <p:cNvSpPr txBox="1">
            <a:spLocks noGrp="1"/>
          </p:cNvSpPr>
          <p:nvPr>
            <p:ph type="ctrTitle"/>
          </p:nvPr>
        </p:nvSpPr>
        <p:spPr>
          <a:xfrm>
            <a:off x="685800" y="1583342"/>
            <a:ext cx="7772400" cy="1159800"/>
          </a:xfrm>
          <a:prstGeom prst="rect">
            <a:avLst/>
          </a:prstGeom>
          <a:noFill/>
          <a:ln>
            <a:noFill/>
          </a:ln>
        </p:spPr>
        <p:txBody>
          <a:bodyPr spcFirstLastPara="1" wrap="square" lIns="91425" tIns="91425" rIns="91425" bIns="91425" anchor="b" anchorCtr="0">
            <a:noAutofit/>
          </a:bodyPr>
          <a:lstStyle>
            <a:lvl1pPr marL="0" marR="0" lvl="0" indent="0" algn="ctr">
              <a:lnSpc>
                <a:spcPct val="100000"/>
              </a:lnSpc>
              <a:spcBef>
                <a:spcPts val="0"/>
              </a:spcBef>
              <a:spcAft>
                <a:spcPts val="0"/>
              </a:spcAft>
              <a:buClr>
                <a:schemeClr val="dk1"/>
              </a:buClr>
              <a:buSzPts val="1400"/>
              <a:buFont typeface="Arial"/>
              <a:buNone/>
              <a:defRPr/>
            </a:lvl1pPr>
            <a:lvl2pPr marL="0" marR="0" lvl="1" indent="0" algn="ctr">
              <a:lnSpc>
                <a:spcPct val="100000"/>
              </a:lnSpc>
              <a:spcBef>
                <a:spcPts val="0"/>
              </a:spcBef>
              <a:spcAft>
                <a:spcPts val="0"/>
              </a:spcAft>
              <a:buClr>
                <a:schemeClr val="dk1"/>
              </a:buClr>
              <a:buSzPts val="1400"/>
              <a:buFont typeface="Arial"/>
              <a:buNone/>
              <a:defRPr/>
            </a:lvl2pPr>
            <a:lvl3pPr marL="0" marR="0" lvl="2" indent="0" algn="ctr">
              <a:spcBef>
                <a:spcPts val="0"/>
              </a:spcBef>
              <a:spcAft>
                <a:spcPts val="0"/>
              </a:spcAft>
              <a:buClr>
                <a:schemeClr val="dk1"/>
              </a:buClr>
              <a:buSzPts val="1400"/>
              <a:buFont typeface="Arial"/>
              <a:buNone/>
              <a:defRPr/>
            </a:lvl3pPr>
            <a:lvl4pPr marL="0" marR="0" lvl="3" indent="0" algn="ctr">
              <a:spcBef>
                <a:spcPts val="0"/>
              </a:spcBef>
              <a:spcAft>
                <a:spcPts val="0"/>
              </a:spcAft>
              <a:buClr>
                <a:schemeClr val="dk1"/>
              </a:buClr>
              <a:buSzPts val="1400"/>
              <a:buFont typeface="Arial"/>
              <a:buNone/>
              <a:defRPr/>
            </a:lvl4pPr>
            <a:lvl5pPr marL="0" marR="0" lvl="4" indent="0" algn="ctr">
              <a:spcBef>
                <a:spcPts val="0"/>
              </a:spcBef>
              <a:spcAft>
                <a:spcPts val="0"/>
              </a:spcAft>
              <a:buClr>
                <a:schemeClr val="dk1"/>
              </a:buClr>
              <a:buSzPts val="1400"/>
              <a:buFont typeface="Arial"/>
              <a:buNone/>
              <a:defRPr/>
            </a:lvl5pPr>
            <a:lvl6pPr marL="0" marR="0" lvl="5" indent="0" algn="ctr">
              <a:spcBef>
                <a:spcPts val="0"/>
              </a:spcBef>
              <a:spcAft>
                <a:spcPts val="0"/>
              </a:spcAft>
              <a:buClr>
                <a:schemeClr val="dk1"/>
              </a:buClr>
              <a:buSzPts val="1400"/>
              <a:buFont typeface="Arial"/>
              <a:buNone/>
              <a:defRPr/>
            </a:lvl6pPr>
            <a:lvl7pPr marL="0" marR="0" lvl="6" indent="0" algn="ctr">
              <a:spcBef>
                <a:spcPts val="0"/>
              </a:spcBef>
              <a:spcAft>
                <a:spcPts val="0"/>
              </a:spcAft>
              <a:buClr>
                <a:schemeClr val="dk1"/>
              </a:buClr>
              <a:buSzPts val="1400"/>
              <a:buFont typeface="Arial"/>
              <a:buNone/>
              <a:defRPr/>
            </a:lvl7pPr>
            <a:lvl8pPr marL="0" marR="0" lvl="7" indent="0" algn="ctr">
              <a:spcBef>
                <a:spcPts val="0"/>
              </a:spcBef>
              <a:spcAft>
                <a:spcPts val="0"/>
              </a:spcAft>
              <a:buClr>
                <a:schemeClr val="dk1"/>
              </a:buClr>
              <a:buSzPts val="1400"/>
              <a:buFont typeface="Arial"/>
              <a:buNone/>
              <a:defRPr/>
            </a:lvl8pPr>
            <a:lvl9pPr marL="0" marR="0" lvl="8" indent="0" algn="ctr">
              <a:spcBef>
                <a:spcPts val="0"/>
              </a:spcBef>
              <a:spcAft>
                <a:spcPts val="0"/>
              </a:spcAft>
              <a:buClr>
                <a:schemeClr val="dk1"/>
              </a:buClr>
              <a:buSzPts val="1400"/>
              <a:buFont typeface="Arial"/>
              <a:buNone/>
              <a:defRPr/>
            </a:lvl9pPr>
          </a:lstStyle>
          <a:p>
            <a:endParaRPr/>
          </a:p>
        </p:txBody>
      </p:sp>
      <p:sp>
        <p:nvSpPr>
          <p:cNvPr id="108" name="Google Shape;108;p31"/>
          <p:cNvSpPr txBox="1">
            <a:spLocks noGrp="1"/>
          </p:cNvSpPr>
          <p:nvPr>
            <p:ph type="subTitle" idx="1"/>
          </p:nvPr>
        </p:nvSpPr>
        <p:spPr>
          <a:xfrm>
            <a:off x="685800" y="2840053"/>
            <a:ext cx="7772400" cy="7848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chemeClr val="dk2"/>
              </a:buClr>
              <a:buSzPts val="1400"/>
              <a:buFont typeface="Arial"/>
              <a:buNone/>
              <a:defRPr/>
            </a:lvl1pPr>
            <a:lvl2pPr marL="0" marR="0" lvl="1" indent="0" algn="ctr">
              <a:lnSpc>
                <a:spcPct val="100000"/>
              </a:lnSpc>
              <a:spcBef>
                <a:spcPts val="0"/>
              </a:spcBef>
              <a:spcAft>
                <a:spcPts val="0"/>
              </a:spcAft>
              <a:buClr>
                <a:schemeClr val="dk2"/>
              </a:buClr>
              <a:buSzPts val="1400"/>
              <a:buFont typeface="Arial"/>
              <a:buNone/>
              <a:defRPr/>
            </a:lvl2pPr>
            <a:lvl3pPr marL="0" marR="0" lvl="2" indent="0" algn="ctr">
              <a:lnSpc>
                <a:spcPct val="100000"/>
              </a:lnSpc>
              <a:spcBef>
                <a:spcPts val="0"/>
              </a:spcBef>
              <a:spcAft>
                <a:spcPts val="0"/>
              </a:spcAft>
              <a:buClr>
                <a:schemeClr val="dk2"/>
              </a:buClr>
              <a:buSzPts val="1400"/>
              <a:buFont typeface="Arial"/>
              <a:buNone/>
              <a:defRPr/>
            </a:lvl3pPr>
            <a:lvl4pPr marL="0" marR="0" lvl="3" indent="0" algn="ctr">
              <a:lnSpc>
                <a:spcPct val="100000"/>
              </a:lnSpc>
              <a:spcBef>
                <a:spcPts val="0"/>
              </a:spcBef>
              <a:spcAft>
                <a:spcPts val="0"/>
              </a:spcAft>
              <a:buClr>
                <a:schemeClr val="dk2"/>
              </a:buClr>
              <a:buSzPts val="1400"/>
              <a:buFont typeface="Arial"/>
              <a:buNone/>
              <a:defRPr/>
            </a:lvl4pPr>
            <a:lvl5pPr marL="0" marR="0" lvl="4" indent="0" algn="ctr">
              <a:lnSpc>
                <a:spcPct val="100000"/>
              </a:lnSpc>
              <a:spcBef>
                <a:spcPts val="0"/>
              </a:spcBef>
              <a:spcAft>
                <a:spcPts val="0"/>
              </a:spcAft>
              <a:buClr>
                <a:schemeClr val="dk2"/>
              </a:buClr>
              <a:buSzPts val="1400"/>
              <a:buFont typeface="Arial"/>
              <a:buNone/>
              <a:defRPr/>
            </a:lvl5pPr>
            <a:lvl6pPr marL="0" marR="0" lvl="5" indent="0" algn="ctr">
              <a:lnSpc>
                <a:spcPct val="100000"/>
              </a:lnSpc>
              <a:spcBef>
                <a:spcPts val="0"/>
              </a:spcBef>
              <a:spcAft>
                <a:spcPts val="0"/>
              </a:spcAft>
              <a:buClr>
                <a:schemeClr val="dk2"/>
              </a:buClr>
              <a:buSzPts val="1400"/>
              <a:buFont typeface="Arial"/>
              <a:buNone/>
              <a:defRPr/>
            </a:lvl6pPr>
            <a:lvl7pPr marL="0" marR="0" lvl="6" indent="0" algn="ctr">
              <a:lnSpc>
                <a:spcPct val="100000"/>
              </a:lnSpc>
              <a:spcBef>
                <a:spcPts val="0"/>
              </a:spcBef>
              <a:spcAft>
                <a:spcPts val="0"/>
              </a:spcAft>
              <a:buClr>
                <a:schemeClr val="dk2"/>
              </a:buClr>
              <a:buSzPts val="1400"/>
              <a:buFont typeface="Arial"/>
              <a:buNone/>
              <a:defRPr/>
            </a:lvl7pPr>
            <a:lvl8pPr marL="0" marR="0" lvl="7" indent="0" algn="ctr">
              <a:lnSpc>
                <a:spcPct val="100000"/>
              </a:lnSpc>
              <a:spcBef>
                <a:spcPts val="0"/>
              </a:spcBef>
              <a:spcAft>
                <a:spcPts val="0"/>
              </a:spcAft>
              <a:buClr>
                <a:schemeClr val="dk2"/>
              </a:buClr>
              <a:buSzPts val="1400"/>
              <a:buFont typeface="Arial"/>
              <a:buNone/>
              <a:defRPr/>
            </a:lvl8pPr>
            <a:lvl9pPr marL="0" marR="0" lvl="8" indent="0" algn="ctr">
              <a:lnSpc>
                <a:spcPct val="100000"/>
              </a:lnSpc>
              <a:spcBef>
                <a:spcPts val="0"/>
              </a:spcBef>
              <a:spcAft>
                <a:spcPts val="0"/>
              </a:spcAft>
              <a:buClr>
                <a:schemeClr val="dk2"/>
              </a:buClr>
              <a:buSzPts val="1400"/>
              <a:buFont typeface="Arial"/>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32"/>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111" name="Google Shape;111;p32"/>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33"/>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114" name="Google Shape;114;p33"/>
          <p:cNvSpPr txBox="1">
            <a:spLocks noGrp="1"/>
          </p:cNvSpPr>
          <p:nvPr>
            <p:ph type="body" idx="1"/>
          </p:nvPr>
        </p:nvSpPr>
        <p:spPr>
          <a:xfrm>
            <a:off x="457200" y="1200150"/>
            <a:ext cx="39945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
        <p:nvSpPr>
          <p:cNvPr id="115" name="Google Shape;115;p33"/>
          <p:cNvSpPr txBox="1">
            <a:spLocks noGrp="1"/>
          </p:cNvSpPr>
          <p:nvPr>
            <p:ph type="body" idx="2"/>
          </p:nvPr>
        </p:nvSpPr>
        <p:spPr>
          <a:xfrm>
            <a:off x="4692273" y="1200150"/>
            <a:ext cx="39945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6"/>
        <p:cNvGrpSpPr/>
        <p:nvPr/>
      </p:nvGrpSpPr>
      <p:grpSpPr>
        <a:xfrm>
          <a:off x="0" y="0"/>
          <a:ext cx="0" cy="0"/>
          <a:chOff x="0" y="0"/>
          <a:chExt cx="0" cy="0"/>
        </a:xfrm>
      </p:grpSpPr>
      <p:sp>
        <p:nvSpPr>
          <p:cNvPr id="117" name="Google Shape;117;p34"/>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18"/>
        <p:cNvGrpSpPr/>
        <p:nvPr/>
      </p:nvGrpSpPr>
      <p:grpSpPr>
        <a:xfrm>
          <a:off x="0" y="0"/>
          <a:ext cx="0" cy="0"/>
          <a:chOff x="0" y="0"/>
          <a:chExt cx="0" cy="0"/>
        </a:xfrm>
      </p:grpSpPr>
      <p:sp>
        <p:nvSpPr>
          <p:cNvPr id="119" name="Google Shape;119;p35"/>
          <p:cNvSpPr txBox="1">
            <a:spLocks noGrp="1"/>
          </p:cNvSpPr>
          <p:nvPr>
            <p:ph type="body" idx="1"/>
          </p:nvPr>
        </p:nvSpPr>
        <p:spPr>
          <a:xfrm>
            <a:off x="457200" y="4406309"/>
            <a:ext cx="8229600" cy="519600"/>
          </a:xfrm>
          <a:prstGeom prst="rect">
            <a:avLst/>
          </a:prstGeom>
          <a:noFill/>
          <a:ln>
            <a:noFill/>
          </a:ln>
        </p:spPr>
        <p:txBody>
          <a:bodyPr spcFirstLastPara="1" wrap="square" lIns="91425" tIns="91425" rIns="91425" bIns="91425" anchor="t" anchorCtr="0">
            <a:noAutofit/>
          </a:bodyPr>
          <a:lstStyle>
            <a:lvl1pPr marL="457200" lvl="0" indent="-317500" algn="ctr">
              <a:lnSpc>
                <a:spcPct val="100000"/>
              </a:lnSpc>
              <a:spcBef>
                <a:spcPts val="360"/>
              </a:spcBef>
              <a:spcAft>
                <a:spcPts val="0"/>
              </a:spcAft>
              <a:buClr>
                <a:schemeClr val="dk1"/>
              </a:buClr>
              <a:buSzPts val="1400"/>
              <a:buFont typeface="Arial"/>
              <a:buChar char="●"/>
              <a:defRPr/>
            </a:lvl1pPr>
            <a:lvl2pPr marL="914400" lvl="1" indent="-317500" algn="ctr">
              <a:lnSpc>
                <a:spcPct val="100000"/>
              </a:lnSpc>
              <a:spcBef>
                <a:spcPts val="360"/>
              </a:spcBef>
              <a:spcAft>
                <a:spcPts val="0"/>
              </a:spcAft>
              <a:buClr>
                <a:schemeClr val="dk1"/>
              </a:buClr>
              <a:buSzPts val="1400"/>
              <a:buFont typeface="Courier New"/>
              <a:buChar char="o"/>
              <a:defRPr/>
            </a:lvl2pPr>
            <a:lvl3pPr marL="1371600" lvl="2" indent="-317500" algn="ctr">
              <a:lnSpc>
                <a:spcPct val="100000"/>
              </a:lnSpc>
              <a:spcBef>
                <a:spcPts val="360"/>
              </a:spcBef>
              <a:spcAft>
                <a:spcPts val="0"/>
              </a:spcAft>
              <a:buClr>
                <a:schemeClr val="dk1"/>
              </a:buClr>
              <a:buSzPts val="1400"/>
              <a:buFont typeface="Noto Symbol"/>
              <a:buChar char="▪"/>
              <a:defRPr/>
            </a:lvl3pPr>
            <a:lvl4pPr marL="1828800" lvl="3" indent="-317500" algn="ctr">
              <a:lnSpc>
                <a:spcPct val="100000"/>
              </a:lnSpc>
              <a:spcBef>
                <a:spcPts val="360"/>
              </a:spcBef>
              <a:spcAft>
                <a:spcPts val="0"/>
              </a:spcAft>
              <a:buClr>
                <a:schemeClr val="dk1"/>
              </a:buClr>
              <a:buSzPts val="1400"/>
              <a:buFont typeface="Arial"/>
              <a:buChar char="●"/>
              <a:defRPr/>
            </a:lvl4pPr>
            <a:lvl5pPr marL="2286000" lvl="4" indent="-317500" algn="ctr">
              <a:lnSpc>
                <a:spcPct val="100000"/>
              </a:lnSpc>
              <a:spcBef>
                <a:spcPts val="360"/>
              </a:spcBef>
              <a:spcAft>
                <a:spcPts val="0"/>
              </a:spcAft>
              <a:buClr>
                <a:schemeClr val="dk1"/>
              </a:buClr>
              <a:buSzPts val="1400"/>
              <a:buFont typeface="Courier New"/>
              <a:buChar char="o"/>
              <a:defRPr/>
            </a:lvl5pPr>
            <a:lvl6pPr marL="2743200" lvl="5" indent="-317500" algn="ctr">
              <a:lnSpc>
                <a:spcPct val="100000"/>
              </a:lnSpc>
              <a:spcBef>
                <a:spcPts val="360"/>
              </a:spcBef>
              <a:spcAft>
                <a:spcPts val="0"/>
              </a:spcAft>
              <a:buClr>
                <a:schemeClr val="dk1"/>
              </a:buClr>
              <a:buSzPts val="1400"/>
              <a:buFont typeface="Noto Symbol"/>
              <a:buChar char="▪"/>
              <a:defRPr/>
            </a:lvl6pPr>
            <a:lvl7pPr marL="3200400" lvl="6" indent="-317500" algn="ctr">
              <a:lnSpc>
                <a:spcPct val="100000"/>
              </a:lnSpc>
              <a:spcBef>
                <a:spcPts val="360"/>
              </a:spcBef>
              <a:spcAft>
                <a:spcPts val="0"/>
              </a:spcAft>
              <a:buClr>
                <a:schemeClr val="dk1"/>
              </a:buClr>
              <a:buSzPts val="1400"/>
              <a:buFont typeface="Arial"/>
              <a:buChar char="●"/>
              <a:defRPr/>
            </a:lvl7pPr>
            <a:lvl8pPr marL="3657600" lvl="7" indent="-317500" algn="ctr">
              <a:lnSpc>
                <a:spcPct val="100000"/>
              </a:lnSpc>
              <a:spcBef>
                <a:spcPts val="360"/>
              </a:spcBef>
              <a:spcAft>
                <a:spcPts val="0"/>
              </a:spcAft>
              <a:buClr>
                <a:schemeClr val="dk1"/>
              </a:buClr>
              <a:buSzPts val="1400"/>
              <a:buFont typeface="Courier New"/>
              <a:buChar char="o"/>
              <a:defRPr/>
            </a:lvl8pPr>
            <a:lvl9pPr marL="4114800" lvl="8" indent="-317500" algn="ctr">
              <a:lnSpc>
                <a:spcPct val="100000"/>
              </a:lnSpc>
              <a:spcBef>
                <a:spcPts val="360"/>
              </a:spcBef>
              <a:spcAft>
                <a:spcPts val="0"/>
              </a:spcAft>
              <a:buClr>
                <a:schemeClr val="dk1"/>
              </a:buClr>
              <a:buSzPts val="1400"/>
              <a:buFont typeface="Noto Symbol"/>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0"/>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4">
  <p:cSld name="TITLE_4">
    <p:bg>
      <p:bgPr>
        <a:solidFill>
          <a:srgbClr val="FFFFFF"/>
        </a:solidFill>
        <a:effectLst/>
      </p:bgPr>
    </p:bg>
    <p:spTree>
      <p:nvGrpSpPr>
        <p:cNvPr id="1" name="Shape 121"/>
        <p:cNvGrpSpPr/>
        <p:nvPr/>
      </p:nvGrpSpPr>
      <p:grpSpPr>
        <a:xfrm>
          <a:off x="0" y="0"/>
          <a:ext cx="0" cy="0"/>
          <a:chOff x="0" y="0"/>
          <a:chExt cx="0" cy="0"/>
        </a:xfrm>
      </p:grpSpPr>
      <p:sp>
        <p:nvSpPr>
          <p:cNvPr id="122" name="Google Shape;122;p37"/>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23" name="Google Shape;123;p37"/>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24" name="Google Shape;124;p37"/>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5">
  <p:cSld name="TITLE_5">
    <p:bg>
      <p:bgPr>
        <a:solidFill>
          <a:srgbClr val="FFFFFF"/>
        </a:solidFill>
        <a:effectLst/>
      </p:bgPr>
    </p:bg>
    <p:spTree>
      <p:nvGrpSpPr>
        <p:cNvPr id="1" name="Shape 125"/>
        <p:cNvGrpSpPr/>
        <p:nvPr/>
      </p:nvGrpSpPr>
      <p:grpSpPr>
        <a:xfrm>
          <a:off x="0" y="0"/>
          <a:ext cx="0" cy="0"/>
          <a:chOff x="0" y="0"/>
          <a:chExt cx="0" cy="0"/>
        </a:xfrm>
      </p:grpSpPr>
      <p:pic>
        <p:nvPicPr>
          <p:cNvPr id="126" name="Google Shape;126;p38"/>
          <p:cNvPicPr preferRelativeResize="0"/>
          <p:nvPr/>
        </p:nvPicPr>
        <p:blipFill rotWithShape="1">
          <a:blip r:embed="rId2">
            <a:alphaModFix/>
          </a:blip>
          <a:srcRect t="91484" r="53078"/>
          <a:stretch/>
        </p:blipFill>
        <p:spPr>
          <a:xfrm>
            <a:off x="0" y="4210050"/>
            <a:ext cx="9144000" cy="933451"/>
          </a:xfrm>
          <a:prstGeom prst="rect">
            <a:avLst/>
          </a:prstGeom>
          <a:noFill/>
          <a:ln>
            <a:noFill/>
          </a:ln>
        </p:spPr>
      </p:pic>
      <p:pic>
        <p:nvPicPr>
          <p:cNvPr id="127" name="Google Shape;127;p38" descr="white-print-web-trinity.png"/>
          <p:cNvPicPr preferRelativeResize="0"/>
          <p:nvPr/>
        </p:nvPicPr>
        <p:blipFill>
          <a:blip r:embed="rId3">
            <a:alphaModFix/>
          </a:blip>
          <a:stretch>
            <a:fillRect/>
          </a:stretch>
        </p:blipFill>
        <p:spPr>
          <a:xfrm>
            <a:off x="693950" y="4259150"/>
            <a:ext cx="2420850" cy="83522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1">
  <p:cSld name="TITLE_6">
    <p:bg>
      <p:bgPr>
        <a:solidFill>
          <a:srgbClr val="FFFFFF"/>
        </a:solidFill>
        <a:effectLst/>
      </p:bgPr>
    </p:bg>
    <p:spTree>
      <p:nvGrpSpPr>
        <p:cNvPr id="1" name="Shape 128"/>
        <p:cNvGrpSpPr/>
        <p:nvPr/>
      </p:nvGrpSpPr>
      <p:grpSpPr>
        <a:xfrm>
          <a:off x="0" y="0"/>
          <a:ext cx="0" cy="0"/>
          <a:chOff x="0" y="0"/>
          <a:chExt cx="0" cy="0"/>
        </a:xfrm>
      </p:grpSpPr>
      <p:sp>
        <p:nvSpPr>
          <p:cNvPr id="129" name="Google Shape;129;p39"/>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30" name="Google Shape;130;p39"/>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31" name="Google Shape;131;p39"/>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2">
  <p:cSld name="TITLE_7">
    <p:bg>
      <p:bgPr>
        <a:solidFill>
          <a:srgbClr val="FFFFFF"/>
        </a:solidFill>
        <a:effectLst/>
      </p:bgPr>
    </p:bg>
    <p:spTree>
      <p:nvGrpSpPr>
        <p:cNvPr id="1" name="Shape 132"/>
        <p:cNvGrpSpPr/>
        <p:nvPr/>
      </p:nvGrpSpPr>
      <p:grpSpPr>
        <a:xfrm>
          <a:off x="0" y="0"/>
          <a:ext cx="0" cy="0"/>
          <a:chOff x="0" y="0"/>
          <a:chExt cx="0" cy="0"/>
        </a:xfrm>
      </p:grpSpPr>
      <p:pic>
        <p:nvPicPr>
          <p:cNvPr id="133" name="Google Shape;133;p40"/>
          <p:cNvPicPr preferRelativeResize="0"/>
          <p:nvPr/>
        </p:nvPicPr>
        <p:blipFill rotWithShape="1">
          <a:blip r:embed="rId2">
            <a:alphaModFix/>
          </a:blip>
          <a:srcRect t="91484" r="53078"/>
          <a:stretch/>
        </p:blipFill>
        <p:spPr>
          <a:xfrm>
            <a:off x="0" y="4210050"/>
            <a:ext cx="9144000" cy="933451"/>
          </a:xfrm>
          <a:prstGeom prst="rect">
            <a:avLst/>
          </a:prstGeom>
          <a:noFill/>
          <a:ln>
            <a:noFill/>
          </a:ln>
        </p:spPr>
      </p:pic>
      <p:pic>
        <p:nvPicPr>
          <p:cNvPr id="134" name="Google Shape;134;p40" descr="white-print-web-trinity.png"/>
          <p:cNvPicPr preferRelativeResize="0"/>
          <p:nvPr/>
        </p:nvPicPr>
        <p:blipFill>
          <a:blip r:embed="rId3">
            <a:alphaModFix/>
          </a:blip>
          <a:stretch>
            <a:fillRect/>
          </a:stretch>
        </p:blipFill>
        <p:spPr>
          <a:xfrm>
            <a:off x="693950" y="4259150"/>
            <a:ext cx="2420850" cy="83522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2 1">
  <p:cSld name="TITLE_2">
    <p:bg>
      <p:bgPr>
        <a:solidFill>
          <a:srgbClr val="FFFFFF"/>
        </a:solidFill>
        <a:effectLst/>
      </p:bgPr>
    </p:bg>
    <p:spTree>
      <p:nvGrpSpPr>
        <p:cNvPr id="1" name="Shape 135"/>
        <p:cNvGrpSpPr/>
        <p:nvPr/>
      </p:nvGrpSpPr>
      <p:grpSpPr>
        <a:xfrm>
          <a:off x="0" y="0"/>
          <a:ext cx="0" cy="0"/>
          <a:chOff x="0" y="0"/>
          <a:chExt cx="0" cy="0"/>
        </a:xfrm>
      </p:grpSpPr>
      <p:sp>
        <p:nvSpPr>
          <p:cNvPr id="136" name="Google Shape;136;p41"/>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37" name="Google Shape;137;p41"/>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38" name="Google Shape;138;p41"/>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6_Custom Layout 1">
  <p:cSld name="16_Custom Layout_1">
    <p:spTree>
      <p:nvGrpSpPr>
        <p:cNvPr id="1" name="Shape 139"/>
        <p:cNvGrpSpPr/>
        <p:nvPr/>
      </p:nvGrpSpPr>
      <p:grpSpPr>
        <a:xfrm>
          <a:off x="0" y="0"/>
          <a:ext cx="0" cy="0"/>
          <a:chOff x="0" y="0"/>
          <a:chExt cx="0" cy="0"/>
        </a:xfrm>
      </p:grpSpPr>
      <p:sp>
        <p:nvSpPr>
          <p:cNvPr id="140" name="Google Shape;140;p42"/>
          <p:cNvSpPr>
            <a:spLocks noGrp="1"/>
          </p:cNvSpPr>
          <p:nvPr>
            <p:ph type="pic" idx="2"/>
          </p:nvPr>
        </p:nvSpPr>
        <p:spPr>
          <a:xfrm>
            <a:off x="-1866187" y="-697048"/>
            <a:ext cx="6120600" cy="6028200"/>
          </a:xfrm>
          <a:prstGeom prst="rect">
            <a:avLst/>
          </a:prstGeom>
          <a:solidFill>
            <a:schemeClr val="lt1"/>
          </a:solidFill>
          <a:ln>
            <a:noFill/>
          </a:ln>
        </p:spPr>
      </p:sp>
      <p:sp>
        <p:nvSpPr>
          <p:cNvPr id="141" name="Google Shape;141;p42"/>
          <p:cNvSpPr>
            <a:spLocks noGrp="1"/>
          </p:cNvSpPr>
          <p:nvPr>
            <p:ph type="pic" idx="3"/>
          </p:nvPr>
        </p:nvSpPr>
        <p:spPr>
          <a:xfrm>
            <a:off x="0" y="1252903"/>
            <a:ext cx="3890700" cy="2512500"/>
          </a:xfrm>
          <a:prstGeom prst="rect">
            <a:avLst/>
          </a:prstGeom>
          <a:solidFill>
            <a:srgbClr val="BFBFBF"/>
          </a:solidFill>
          <a:ln>
            <a:noFill/>
          </a:ln>
        </p:spPr>
      </p:sp>
      <p:sp>
        <p:nvSpPr>
          <p:cNvPr id="142" name="Google Shape;142;p42"/>
          <p:cNvSpPr txBox="1">
            <a:spLocks noGrp="1"/>
          </p:cNvSpPr>
          <p:nvPr>
            <p:ph type="ctrTitle"/>
          </p:nvPr>
        </p:nvSpPr>
        <p:spPr>
          <a:xfrm>
            <a:off x="4572000" y="1082039"/>
            <a:ext cx="3987000" cy="708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3300"/>
              <a:buFont typeface="Lato Black"/>
              <a:buNone/>
              <a:defRPr sz="3300" b="1">
                <a:solidFill>
                  <a:schemeClr val="dk1"/>
                </a:solidFill>
              </a:defRPr>
            </a:lvl1pPr>
            <a:lvl2pPr lvl="1" algn="l">
              <a:lnSpc>
                <a:spcPct val="90000"/>
              </a:lnSpc>
              <a:spcBef>
                <a:spcPts val="0"/>
              </a:spcBef>
              <a:spcAft>
                <a:spcPts val="0"/>
              </a:spcAft>
              <a:buSzPts val="3300"/>
              <a:buNone/>
              <a:defRPr/>
            </a:lvl2pPr>
            <a:lvl3pPr lvl="2" algn="l">
              <a:lnSpc>
                <a:spcPct val="90000"/>
              </a:lnSpc>
              <a:spcBef>
                <a:spcPts val="0"/>
              </a:spcBef>
              <a:spcAft>
                <a:spcPts val="0"/>
              </a:spcAft>
              <a:buSzPts val="3300"/>
              <a:buNone/>
              <a:defRPr/>
            </a:lvl3pPr>
            <a:lvl4pPr lvl="3" algn="l">
              <a:lnSpc>
                <a:spcPct val="90000"/>
              </a:lnSpc>
              <a:spcBef>
                <a:spcPts val="0"/>
              </a:spcBef>
              <a:spcAft>
                <a:spcPts val="0"/>
              </a:spcAft>
              <a:buSzPts val="3300"/>
              <a:buNone/>
              <a:defRPr/>
            </a:lvl4pPr>
            <a:lvl5pPr lvl="4" algn="l">
              <a:lnSpc>
                <a:spcPct val="90000"/>
              </a:lnSpc>
              <a:spcBef>
                <a:spcPts val="0"/>
              </a:spcBef>
              <a:spcAft>
                <a:spcPts val="0"/>
              </a:spcAft>
              <a:buSzPts val="3300"/>
              <a:buNone/>
              <a:defRPr/>
            </a:lvl5pPr>
            <a:lvl6pPr lvl="5" algn="l">
              <a:lnSpc>
                <a:spcPct val="90000"/>
              </a:lnSpc>
              <a:spcBef>
                <a:spcPts val="0"/>
              </a:spcBef>
              <a:spcAft>
                <a:spcPts val="0"/>
              </a:spcAft>
              <a:buSzPts val="3300"/>
              <a:buNone/>
              <a:defRPr/>
            </a:lvl6pPr>
            <a:lvl7pPr lvl="6" algn="l">
              <a:lnSpc>
                <a:spcPct val="90000"/>
              </a:lnSpc>
              <a:spcBef>
                <a:spcPts val="0"/>
              </a:spcBef>
              <a:spcAft>
                <a:spcPts val="0"/>
              </a:spcAft>
              <a:buSzPts val="3300"/>
              <a:buNone/>
              <a:defRPr/>
            </a:lvl7pPr>
            <a:lvl8pPr lvl="7" algn="l">
              <a:lnSpc>
                <a:spcPct val="90000"/>
              </a:lnSpc>
              <a:spcBef>
                <a:spcPts val="0"/>
              </a:spcBef>
              <a:spcAft>
                <a:spcPts val="0"/>
              </a:spcAft>
              <a:buSzPts val="3300"/>
              <a:buNone/>
              <a:defRPr/>
            </a:lvl8pPr>
            <a:lvl9pPr lvl="8" algn="l">
              <a:lnSpc>
                <a:spcPct val="90000"/>
              </a:lnSpc>
              <a:spcBef>
                <a:spcPts val="0"/>
              </a:spcBef>
              <a:spcAft>
                <a:spcPts val="0"/>
              </a:spcAft>
              <a:buSzPts val="3300"/>
              <a:buNone/>
              <a:defRPr/>
            </a:lvl9pPr>
          </a:lstStyle>
          <a:p>
            <a:endParaRPr/>
          </a:p>
        </p:txBody>
      </p:sp>
      <p:sp>
        <p:nvSpPr>
          <p:cNvPr id="143" name="Google Shape;143;p42"/>
          <p:cNvSpPr txBox="1">
            <a:spLocks noGrp="1"/>
          </p:cNvSpPr>
          <p:nvPr>
            <p:ph type="subTitle" idx="1"/>
          </p:nvPr>
        </p:nvSpPr>
        <p:spPr>
          <a:xfrm>
            <a:off x="4572000" y="493275"/>
            <a:ext cx="3987000" cy="2631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800"/>
              </a:spcBef>
              <a:spcAft>
                <a:spcPts val="0"/>
              </a:spcAft>
              <a:buSzPts val="900"/>
              <a:buNone/>
              <a:defRPr sz="900" b="1" i="1">
                <a:solidFill>
                  <a:schemeClr val="dk2"/>
                </a:solidFill>
                <a:latin typeface="Lato"/>
                <a:ea typeface="Lato"/>
                <a:cs typeface="Lato"/>
                <a:sym typeface="Lato"/>
              </a:defRPr>
            </a:lvl1pPr>
            <a:lvl2pPr lvl="1" algn="ctr">
              <a:lnSpc>
                <a:spcPct val="90000"/>
              </a:lnSpc>
              <a:spcBef>
                <a:spcPts val="400"/>
              </a:spcBef>
              <a:spcAft>
                <a:spcPts val="0"/>
              </a:spcAft>
              <a:buSzPts val="1500"/>
              <a:buNone/>
              <a:defRPr sz="1500"/>
            </a:lvl2pPr>
            <a:lvl3pPr lvl="2" algn="ctr">
              <a:lnSpc>
                <a:spcPct val="9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4" name="Google Shape;144;p42"/>
          <p:cNvSpPr txBox="1">
            <a:spLocks noGrp="1"/>
          </p:cNvSpPr>
          <p:nvPr>
            <p:ph type="sldNum" idx="12"/>
          </p:nvPr>
        </p:nvSpPr>
        <p:spPr>
          <a:xfrm>
            <a:off x="6595249" y="4685537"/>
            <a:ext cx="2057400" cy="192300"/>
          </a:xfrm>
          <a:prstGeom prst="rect">
            <a:avLst/>
          </a:prstGeom>
          <a:noFill/>
          <a:ln>
            <a:noFill/>
          </a:ln>
        </p:spPr>
        <p:txBody>
          <a:bodyPr spcFirstLastPara="1" wrap="square" lIns="68575" tIns="34275" rIns="68575" bIns="34275" anchor="ctr" anchorCtr="0">
            <a:spAutoFit/>
          </a:bodyPr>
          <a:lstStyle>
            <a:lvl1pPr marL="0" marR="0" lvl="0"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1pPr>
            <a:lvl2pPr marL="0" marR="0" lvl="1"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2pPr>
            <a:lvl3pPr marL="0" marR="0" lvl="2"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3pPr>
            <a:lvl4pPr marL="0" marR="0" lvl="3"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4pPr>
            <a:lvl5pPr marL="0" marR="0" lvl="4"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5pPr>
            <a:lvl6pPr marL="0" marR="0" lvl="5"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6pPr>
            <a:lvl7pPr marL="0" marR="0" lvl="6"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7pPr>
            <a:lvl8pPr marL="0" marR="0" lvl="7"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8pPr>
            <a:lvl9pPr marL="0" marR="0" lvl="8" indent="0" algn="r">
              <a:lnSpc>
                <a:spcPct val="100000"/>
              </a:lnSpc>
              <a:spcBef>
                <a:spcPts val="0"/>
              </a:spcBef>
              <a:spcAft>
                <a:spcPts val="0"/>
              </a:spcAft>
              <a:buClr>
                <a:srgbClr val="62544E"/>
              </a:buClr>
              <a:buSzPts val="800"/>
              <a:buFont typeface="Lato"/>
              <a:buNone/>
              <a:defRPr sz="800" b="1" i="0" u="none" strike="noStrike" cap="none">
                <a:solidFill>
                  <a:schemeClr val="dk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9"/>
        <p:cNvGrpSpPr/>
        <p:nvPr/>
      </p:nvGrpSpPr>
      <p:grpSpPr>
        <a:xfrm>
          <a:off x="0" y="0"/>
          <a:ext cx="0" cy="0"/>
          <a:chOff x="0" y="0"/>
          <a:chExt cx="0" cy="0"/>
        </a:xfrm>
      </p:grpSpPr>
      <p:sp>
        <p:nvSpPr>
          <p:cNvPr id="150" name="Google Shape;150;p4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1" name="Google Shape;151;p4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2" name="Google Shape;152;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3"/>
        <p:cNvGrpSpPr/>
        <p:nvPr/>
      </p:nvGrpSpPr>
      <p:grpSpPr>
        <a:xfrm>
          <a:off x="0" y="0"/>
          <a:ext cx="0" cy="0"/>
          <a:chOff x="0" y="0"/>
          <a:chExt cx="0" cy="0"/>
        </a:xfrm>
      </p:grpSpPr>
      <p:sp>
        <p:nvSpPr>
          <p:cNvPr id="154" name="Google Shape;154;p4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5" name="Google Shape;155;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6"/>
        <p:cNvGrpSpPr/>
        <p:nvPr/>
      </p:nvGrpSpPr>
      <p:grpSpPr>
        <a:xfrm>
          <a:off x="0" y="0"/>
          <a:ext cx="0" cy="0"/>
          <a:chOff x="0" y="0"/>
          <a:chExt cx="0" cy="0"/>
        </a:xfrm>
      </p:grpSpPr>
      <p:sp>
        <p:nvSpPr>
          <p:cNvPr id="157" name="Google Shape;157;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8" name="Google Shape;158;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59" name="Google Shape;159;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0"/>
        <p:cNvGrpSpPr/>
        <p:nvPr/>
      </p:nvGrpSpPr>
      <p:grpSpPr>
        <a:xfrm>
          <a:off x="0" y="0"/>
          <a:ext cx="0" cy="0"/>
          <a:chOff x="0" y="0"/>
          <a:chExt cx="0" cy="0"/>
        </a:xfrm>
      </p:grpSpPr>
      <p:sp>
        <p:nvSpPr>
          <p:cNvPr id="161" name="Google Shape;161;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2" name="Google Shape;162;p4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3" name="Google Shape;163;p4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4" name="Google Shape;164;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7" name="Google Shape;167;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8"/>
        <p:cNvGrpSpPr/>
        <p:nvPr/>
      </p:nvGrpSpPr>
      <p:grpSpPr>
        <a:xfrm>
          <a:off x="0" y="0"/>
          <a:ext cx="0" cy="0"/>
          <a:chOff x="0" y="0"/>
          <a:chExt cx="0" cy="0"/>
        </a:xfrm>
      </p:grpSpPr>
      <p:sp>
        <p:nvSpPr>
          <p:cNvPr id="169" name="Google Shape;169;p4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70" name="Google Shape;170;p4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71" name="Google Shape;17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2"/>
        <p:cNvGrpSpPr/>
        <p:nvPr/>
      </p:nvGrpSpPr>
      <p:grpSpPr>
        <a:xfrm>
          <a:off x="0" y="0"/>
          <a:ext cx="0" cy="0"/>
          <a:chOff x="0" y="0"/>
          <a:chExt cx="0" cy="0"/>
        </a:xfrm>
      </p:grpSpPr>
      <p:sp>
        <p:nvSpPr>
          <p:cNvPr id="173" name="Google Shape;173;p5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74" name="Google Shape;174;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5"/>
        <p:cNvGrpSpPr/>
        <p:nvPr/>
      </p:nvGrpSpPr>
      <p:grpSpPr>
        <a:xfrm>
          <a:off x="0" y="0"/>
          <a:ext cx="0" cy="0"/>
          <a:chOff x="0" y="0"/>
          <a:chExt cx="0" cy="0"/>
        </a:xfrm>
      </p:grpSpPr>
      <p:sp>
        <p:nvSpPr>
          <p:cNvPr id="176" name="Google Shape;176;p5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8" name="Google Shape;178;p5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9" name="Google Shape;179;p5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80" name="Google Shape;180;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1"/>
        <p:cNvGrpSpPr/>
        <p:nvPr/>
      </p:nvGrpSpPr>
      <p:grpSpPr>
        <a:xfrm>
          <a:off x="0" y="0"/>
          <a:ext cx="0" cy="0"/>
          <a:chOff x="0" y="0"/>
          <a:chExt cx="0" cy="0"/>
        </a:xfrm>
      </p:grpSpPr>
      <p:sp>
        <p:nvSpPr>
          <p:cNvPr id="182" name="Google Shape;182;p5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83" name="Google Shape;183;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4"/>
        <p:cNvGrpSpPr/>
        <p:nvPr/>
      </p:nvGrpSpPr>
      <p:grpSpPr>
        <a:xfrm>
          <a:off x="0" y="0"/>
          <a:ext cx="0" cy="0"/>
          <a:chOff x="0" y="0"/>
          <a:chExt cx="0" cy="0"/>
        </a:xfrm>
      </p:grpSpPr>
      <p:sp>
        <p:nvSpPr>
          <p:cNvPr id="185" name="Google Shape;185;p5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86" name="Google Shape;186;p5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87" name="Google Shape;187;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8"/>
        <p:cNvGrpSpPr/>
        <p:nvPr/>
      </p:nvGrpSpPr>
      <p:grpSpPr>
        <a:xfrm>
          <a:off x="0" y="0"/>
          <a:ext cx="0" cy="0"/>
          <a:chOff x="0" y="0"/>
          <a:chExt cx="0" cy="0"/>
        </a:xfrm>
      </p:grpSpPr>
      <p:sp>
        <p:nvSpPr>
          <p:cNvPr id="189" name="Google Shape;189;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1">
  <p:cSld name="TITLE_1">
    <p:bg>
      <p:bgPr>
        <a:solidFill>
          <a:srgbClr val="FFFFFF"/>
        </a:solidFill>
        <a:effectLst/>
      </p:bgPr>
    </p:bg>
    <p:spTree>
      <p:nvGrpSpPr>
        <p:cNvPr id="1" name="Shape 190"/>
        <p:cNvGrpSpPr/>
        <p:nvPr/>
      </p:nvGrpSpPr>
      <p:grpSpPr>
        <a:xfrm>
          <a:off x="0" y="0"/>
          <a:ext cx="0" cy="0"/>
          <a:chOff x="0" y="0"/>
          <a:chExt cx="0" cy="0"/>
        </a:xfrm>
      </p:grpSpPr>
      <p:sp>
        <p:nvSpPr>
          <p:cNvPr id="191" name="Google Shape;191;p55"/>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92" name="Google Shape;192;p55"/>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93" name="Google Shape;193;p55"/>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Slide 5">
  <p:cSld name="TITLE_5">
    <p:bg>
      <p:bgPr>
        <a:solidFill>
          <a:srgbClr val="FFFFFF"/>
        </a:solidFill>
        <a:effectLst/>
      </p:bgPr>
    </p:bg>
    <p:spTree>
      <p:nvGrpSpPr>
        <p:cNvPr id="1" name="Shape 194"/>
        <p:cNvGrpSpPr/>
        <p:nvPr/>
      </p:nvGrpSpPr>
      <p:grpSpPr>
        <a:xfrm>
          <a:off x="0" y="0"/>
          <a:ext cx="0" cy="0"/>
          <a:chOff x="0" y="0"/>
          <a:chExt cx="0" cy="0"/>
        </a:xfrm>
      </p:grpSpPr>
      <p:pic>
        <p:nvPicPr>
          <p:cNvPr id="195" name="Google Shape;195;p56"/>
          <p:cNvPicPr preferRelativeResize="0"/>
          <p:nvPr/>
        </p:nvPicPr>
        <p:blipFill rotWithShape="1">
          <a:blip r:embed="rId2">
            <a:alphaModFix/>
          </a:blip>
          <a:srcRect t="91484" r="53078"/>
          <a:stretch/>
        </p:blipFill>
        <p:spPr>
          <a:xfrm>
            <a:off x="0" y="4210050"/>
            <a:ext cx="9144000" cy="933451"/>
          </a:xfrm>
          <a:prstGeom prst="rect">
            <a:avLst/>
          </a:prstGeom>
          <a:noFill/>
          <a:ln>
            <a:noFill/>
          </a:ln>
        </p:spPr>
      </p:pic>
      <p:pic>
        <p:nvPicPr>
          <p:cNvPr id="196" name="Google Shape;196;p56" descr="white-print-web-trinity.png"/>
          <p:cNvPicPr preferRelativeResize="0"/>
          <p:nvPr/>
        </p:nvPicPr>
        <p:blipFill>
          <a:blip r:embed="rId3">
            <a:alphaModFix/>
          </a:blip>
          <a:stretch>
            <a:fillRect/>
          </a:stretch>
        </p:blipFill>
        <p:spPr>
          <a:xfrm>
            <a:off x="693950" y="4259150"/>
            <a:ext cx="2420850" cy="835225"/>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Slide 6">
  <p:cSld name="TITLE_6">
    <p:bg>
      <p:bgPr>
        <a:solidFill>
          <a:srgbClr val="FFFFFF"/>
        </a:solidFill>
        <a:effectLst/>
      </p:bgPr>
    </p:bg>
    <p:spTree>
      <p:nvGrpSpPr>
        <p:cNvPr id="1" name="Shape 197"/>
        <p:cNvGrpSpPr/>
        <p:nvPr/>
      </p:nvGrpSpPr>
      <p:grpSpPr>
        <a:xfrm>
          <a:off x="0" y="0"/>
          <a:ext cx="0" cy="0"/>
          <a:chOff x="0" y="0"/>
          <a:chExt cx="0" cy="0"/>
        </a:xfrm>
      </p:grpSpPr>
      <p:sp>
        <p:nvSpPr>
          <p:cNvPr id="198" name="Google Shape;198;p57"/>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199" name="Google Shape;199;p57"/>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00" name="Google Shape;200;p57"/>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201"/>
        <p:cNvGrpSpPr/>
        <p:nvPr/>
      </p:nvGrpSpPr>
      <p:grpSpPr>
        <a:xfrm>
          <a:off x="0" y="0"/>
          <a:ext cx="0" cy="0"/>
          <a:chOff x="0" y="0"/>
          <a:chExt cx="0" cy="0"/>
        </a:xfrm>
      </p:grpSpPr>
      <p:sp>
        <p:nvSpPr>
          <p:cNvPr id="202" name="Google Shape;202;p58"/>
          <p:cNvSpPr txBox="1">
            <a:spLocks noGrp="1"/>
          </p:cNvSpPr>
          <p:nvPr>
            <p:ph type="title"/>
          </p:nvPr>
        </p:nvSpPr>
        <p:spPr>
          <a:xfrm>
            <a:off x="722312" y="3305175"/>
            <a:ext cx="7772400" cy="1021500"/>
          </a:xfrm>
          <a:prstGeom prst="rect">
            <a:avLst/>
          </a:prstGeom>
          <a:noFill/>
          <a:ln>
            <a:noFill/>
          </a:ln>
        </p:spPr>
        <p:txBody>
          <a:bodyPr spcFirstLastPara="1" wrap="square" lIns="91425" tIns="91425" rIns="91425" bIns="91425" anchor="t" anchorCtr="0">
            <a:normAutofit/>
          </a:bodyPr>
          <a:lstStyle>
            <a:lvl1pPr lvl="0" algn="l">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3" name="Google Shape;203;p58"/>
          <p:cNvSpPr txBox="1">
            <a:spLocks noGrp="1"/>
          </p:cNvSpPr>
          <p:nvPr>
            <p:ph type="body" idx="1"/>
          </p:nvPr>
        </p:nvSpPr>
        <p:spPr>
          <a:xfrm>
            <a:off x="722312" y="2180034"/>
            <a:ext cx="7772400" cy="1125000"/>
          </a:xfrm>
          <a:prstGeom prst="rect">
            <a:avLst/>
          </a:prstGeom>
          <a:noFill/>
          <a:ln>
            <a:noFill/>
          </a:ln>
        </p:spPr>
        <p:txBody>
          <a:bodyPr spcFirstLastPara="1" wrap="square" lIns="91425" tIns="91425" rIns="91425" bIns="91425" anchor="b" anchorCtr="0">
            <a:normAutofit/>
          </a:bodyPr>
          <a:lstStyle>
            <a:lvl1pPr marL="457200" lvl="0" indent="-228600">
              <a:spcBef>
                <a:spcPts val="0"/>
              </a:spcBef>
              <a:spcAft>
                <a:spcPts val="0"/>
              </a:spcAft>
              <a:buClr>
                <a:srgbClr val="888888"/>
              </a:buClr>
              <a:buSzPts val="1800"/>
              <a:buFont typeface="Cabin"/>
              <a:buNone/>
              <a:defRPr/>
            </a:lvl1pPr>
            <a:lvl2pPr marL="914400" lvl="1" indent="-228600">
              <a:spcBef>
                <a:spcPts val="1200"/>
              </a:spcBef>
              <a:spcAft>
                <a:spcPts val="0"/>
              </a:spcAft>
              <a:buClr>
                <a:srgbClr val="888888"/>
              </a:buClr>
              <a:buSzPts val="1400"/>
              <a:buFont typeface="Cabin"/>
              <a:buNone/>
              <a:defRPr/>
            </a:lvl2pPr>
            <a:lvl3pPr marL="1371600" lvl="2" indent="-228600">
              <a:spcBef>
                <a:spcPts val="1200"/>
              </a:spcBef>
              <a:spcAft>
                <a:spcPts val="0"/>
              </a:spcAft>
              <a:buClr>
                <a:srgbClr val="888888"/>
              </a:buClr>
              <a:buSzPts val="1400"/>
              <a:buFont typeface="Cabin"/>
              <a:buNone/>
              <a:defRPr/>
            </a:lvl3pPr>
            <a:lvl4pPr marL="1828800" lvl="3" indent="-228600">
              <a:spcBef>
                <a:spcPts val="1200"/>
              </a:spcBef>
              <a:spcAft>
                <a:spcPts val="0"/>
              </a:spcAft>
              <a:buClr>
                <a:srgbClr val="888888"/>
              </a:buClr>
              <a:buSzPts val="1400"/>
              <a:buFont typeface="Cabin"/>
              <a:buNone/>
              <a:defRPr/>
            </a:lvl4pPr>
            <a:lvl5pPr marL="2286000" lvl="4" indent="-228600">
              <a:spcBef>
                <a:spcPts val="1200"/>
              </a:spcBef>
              <a:spcAft>
                <a:spcPts val="0"/>
              </a:spcAft>
              <a:buClr>
                <a:srgbClr val="888888"/>
              </a:buClr>
              <a:buSzPts val="1400"/>
              <a:buFont typeface="Cabin"/>
              <a:buNone/>
              <a:defRPr/>
            </a:lvl5pPr>
            <a:lvl6pPr marL="2743200" lvl="5" indent="-228600">
              <a:spcBef>
                <a:spcPts val="1200"/>
              </a:spcBef>
              <a:spcAft>
                <a:spcPts val="0"/>
              </a:spcAft>
              <a:buClr>
                <a:srgbClr val="888888"/>
              </a:buClr>
              <a:buSzPts val="1400"/>
              <a:buFont typeface="Calibri"/>
              <a:buNone/>
              <a:defRPr/>
            </a:lvl6pPr>
            <a:lvl7pPr marL="3200400" lvl="6" indent="-228600">
              <a:spcBef>
                <a:spcPts val="1200"/>
              </a:spcBef>
              <a:spcAft>
                <a:spcPts val="0"/>
              </a:spcAft>
              <a:buClr>
                <a:srgbClr val="888888"/>
              </a:buClr>
              <a:buSzPts val="1400"/>
              <a:buFont typeface="Calibri"/>
              <a:buNone/>
              <a:defRPr/>
            </a:lvl7pPr>
            <a:lvl8pPr marL="3657600" lvl="7" indent="-228600">
              <a:spcBef>
                <a:spcPts val="1200"/>
              </a:spcBef>
              <a:spcAft>
                <a:spcPts val="0"/>
              </a:spcAft>
              <a:buClr>
                <a:srgbClr val="888888"/>
              </a:buClr>
              <a:buSzPts val="1400"/>
              <a:buFont typeface="Calibri"/>
              <a:buNone/>
              <a:defRPr/>
            </a:lvl8pPr>
            <a:lvl9pPr marL="4114800" lvl="8" indent="-228600">
              <a:spcBef>
                <a:spcPts val="1200"/>
              </a:spcBef>
              <a:spcAft>
                <a:spcPts val="1200"/>
              </a:spcAft>
              <a:buClr>
                <a:srgbClr val="888888"/>
              </a:buClr>
              <a:buSzPts val="1400"/>
              <a:buFont typeface="Calibri"/>
              <a:buNone/>
              <a:defRPr/>
            </a:lvl9pPr>
          </a:lstStyle>
          <a:p>
            <a:endParaRPr/>
          </a:p>
        </p:txBody>
      </p:sp>
      <p:sp>
        <p:nvSpPr>
          <p:cNvPr id="204" name="Google Shape;204;p58"/>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05" name="Google Shape;205;p58"/>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06" name="Google Shape;206;p58"/>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207"/>
        <p:cNvGrpSpPr/>
        <p:nvPr/>
      </p:nvGrpSpPr>
      <p:grpSpPr>
        <a:xfrm>
          <a:off x="0" y="0"/>
          <a:ext cx="0" cy="0"/>
          <a:chOff x="0" y="0"/>
          <a:chExt cx="0" cy="0"/>
        </a:xfrm>
      </p:grpSpPr>
      <p:sp>
        <p:nvSpPr>
          <p:cNvPr id="208" name="Google Shape;208;p59"/>
          <p:cNvSpPr txBox="1">
            <a:spLocks noGrp="1"/>
          </p:cNvSpPr>
          <p:nvPr>
            <p:ph type="ctrTitle"/>
          </p:nvPr>
        </p:nvSpPr>
        <p:spPr>
          <a:xfrm>
            <a:off x="685800" y="1597818"/>
            <a:ext cx="7772400" cy="1102500"/>
          </a:xfrm>
          <a:prstGeom prst="rect">
            <a:avLst/>
          </a:prstGeom>
          <a:noFill/>
          <a:ln>
            <a:noFill/>
          </a:ln>
        </p:spPr>
        <p:txBody>
          <a:bodyPr spcFirstLastPara="1" wrap="square" lIns="91425" tIns="91425" rIns="91425" bIns="91425" anchor="ctr" anchorCtr="0">
            <a:normAutofit/>
          </a:bodyPr>
          <a:lstStyle>
            <a:lvl1pPr marL="0" marR="0" lvl="0" indent="0" algn="ctr">
              <a:lnSpc>
                <a:spcPct val="100000"/>
              </a:lnSpc>
              <a:spcBef>
                <a:spcPts val="0"/>
              </a:spcBef>
              <a:spcAft>
                <a:spcPts val="0"/>
              </a:spcAft>
              <a:buClr>
                <a:srgbClr val="000000"/>
              </a:buClr>
              <a:buSzPts val="2800"/>
              <a:buFont typeface="Calibri"/>
              <a:buNone/>
              <a:defRPr>
                <a:latin typeface="Calibri"/>
                <a:ea typeface="Calibri"/>
                <a:cs typeface="Calibri"/>
                <a:sym typeface="Calibri"/>
              </a:defRPr>
            </a:lvl1pPr>
            <a:lvl2pPr marL="0" marR="0" lvl="1" indent="0" algn="ctr">
              <a:lnSpc>
                <a:spcPct val="100000"/>
              </a:lnSpc>
              <a:spcBef>
                <a:spcPts val="0"/>
              </a:spcBef>
              <a:spcAft>
                <a:spcPts val="0"/>
              </a:spcAft>
              <a:buClr>
                <a:srgbClr val="000000"/>
              </a:buClr>
              <a:buSzPts val="2800"/>
              <a:buFont typeface="Arial"/>
              <a:buNone/>
              <a:defRPr/>
            </a:lvl2pPr>
            <a:lvl3pPr marL="0" marR="0" lvl="2" indent="0" algn="ctr">
              <a:spcBef>
                <a:spcPts val="0"/>
              </a:spcBef>
              <a:spcAft>
                <a:spcPts val="0"/>
              </a:spcAft>
              <a:buSzPts val="2800"/>
              <a:buNone/>
              <a:defRPr/>
            </a:lvl3pPr>
            <a:lvl4pPr marL="0" marR="0" lvl="3" indent="0" algn="ctr">
              <a:spcBef>
                <a:spcPts val="0"/>
              </a:spcBef>
              <a:spcAft>
                <a:spcPts val="0"/>
              </a:spcAft>
              <a:buSzPts val="2800"/>
              <a:buNone/>
              <a:defRPr/>
            </a:lvl4pPr>
            <a:lvl5pPr marL="0" marR="0" lvl="4" indent="0" algn="ctr">
              <a:spcBef>
                <a:spcPts val="0"/>
              </a:spcBef>
              <a:spcAft>
                <a:spcPts val="0"/>
              </a:spcAft>
              <a:buSzPts val="2800"/>
              <a:buNone/>
              <a:defRPr/>
            </a:lvl5pPr>
            <a:lvl6pPr marL="457200" marR="0" lvl="5" indent="0" algn="ctr">
              <a:spcBef>
                <a:spcPts val="0"/>
              </a:spcBef>
              <a:spcAft>
                <a:spcPts val="0"/>
              </a:spcAft>
              <a:buSzPts val="2800"/>
              <a:buNone/>
              <a:defRPr/>
            </a:lvl6pPr>
            <a:lvl7pPr marL="914400" marR="0" lvl="6" indent="0" algn="ctr">
              <a:spcBef>
                <a:spcPts val="0"/>
              </a:spcBef>
              <a:spcAft>
                <a:spcPts val="0"/>
              </a:spcAft>
              <a:buSzPts val="2800"/>
              <a:buNone/>
              <a:defRPr/>
            </a:lvl7pPr>
            <a:lvl8pPr marL="1371600" marR="0" lvl="7" indent="0" algn="ctr">
              <a:spcBef>
                <a:spcPts val="0"/>
              </a:spcBef>
              <a:spcAft>
                <a:spcPts val="0"/>
              </a:spcAft>
              <a:buSzPts val="2800"/>
              <a:buNone/>
              <a:defRPr/>
            </a:lvl8pPr>
            <a:lvl9pPr marL="1828800" marR="0" lvl="8" indent="0" algn="ctr">
              <a:spcBef>
                <a:spcPts val="0"/>
              </a:spcBef>
              <a:spcAft>
                <a:spcPts val="0"/>
              </a:spcAft>
              <a:buSzPts val="2800"/>
              <a:buNone/>
              <a:defRPr/>
            </a:lvl9pPr>
          </a:lstStyle>
          <a:p>
            <a:endParaRPr/>
          </a:p>
        </p:txBody>
      </p:sp>
      <p:sp>
        <p:nvSpPr>
          <p:cNvPr id="209" name="Google Shape;209;p59"/>
          <p:cNvSpPr txBox="1">
            <a:spLocks noGrp="1"/>
          </p:cNvSpPr>
          <p:nvPr>
            <p:ph type="subTitle" idx="1"/>
          </p:nvPr>
        </p:nvSpPr>
        <p:spPr>
          <a:xfrm>
            <a:off x="1371600" y="2914650"/>
            <a:ext cx="6400800" cy="1314600"/>
          </a:xfrm>
          <a:prstGeom prst="rect">
            <a:avLst/>
          </a:prstGeom>
          <a:noFill/>
          <a:ln>
            <a:noFill/>
          </a:ln>
        </p:spPr>
        <p:txBody>
          <a:bodyPr spcFirstLastPara="1" wrap="square" lIns="91425" tIns="91425" rIns="91425" bIns="91425" anchor="t" anchorCtr="0">
            <a:normAutofit/>
          </a:bodyPr>
          <a:lstStyle>
            <a:lvl1pPr marL="0" marR="0" lvl="0" indent="0" algn="ctr">
              <a:lnSpc>
                <a:spcPct val="100000"/>
              </a:lnSpc>
              <a:spcBef>
                <a:spcPts val="640"/>
              </a:spcBef>
              <a:spcAft>
                <a:spcPts val="0"/>
              </a:spcAft>
              <a:buClr>
                <a:srgbClr val="888888"/>
              </a:buClr>
              <a:buSzPts val="1800"/>
              <a:buFont typeface="Arial"/>
              <a:buNone/>
              <a:defRPr/>
            </a:lvl1pPr>
            <a:lvl2pPr marL="457200" marR="0" lvl="1" indent="0" algn="ctr">
              <a:lnSpc>
                <a:spcPct val="100000"/>
              </a:lnSpc>
              <a:spcBef>
                <a:spcPts val="560"/>
              </a:spcBef>
              <a:spcAft>
                <a:spcPts val="0"/>
              </a:spcAft>
              <a:buClr>
                <a:srgbClr val="888888"/>
              </a:buClr>
              <a:buSzPts val="1400"/>
              <a:buFont typeface="Arial"/>
              <a:buNone/>
              <a:defRPr/>
            </a:lvl2pPr>
            <a:lvl3pPr marL="914400" marR="0" lvl="2" indent="0" algn="ctr">
              <a:lnSpc>
                <a:spcPct val="100000"/>
              </a:lnSpc>
              <a:spcBef>
                <a:spcPts val="480"/>
              </a:spcBef>
              <a:spcAft>
                <a:spcPts val="0"/>
              </a:spcAft>
              <a:buClr>
                <a:srgbClr val="888888"/>
              </a:buClr>
              <a:buSzPts val="1400"/>
              <a:buFont typeface="Arial"/>
              <a:buNone/>
              <a:defRPr/>
            </a:lvl3pPr>
            <a:lvl4pPr marL="1371600" marR="0" lvl="3" indent="0" algn="ctr">
              <a:lnSpc>
                <a:spcPct val="100000"/>
              </a:lnSpc>
              <a:spcBef>
                <a:spcPts val="400"/>
              </a:spcBef>
              <a:spcAft>
                <a:spcPts val="0"/>
              </a:spcAft>
              <a:buClr>
                <a:srgbClr val="888888"/>
              </a:buClr>
              <a:buSzPts val="1400"/>
              <a:buFont typeface="Arial"/>
              <a:buNone/>
              <a:defRPr/>
            </a:lvl4pPr>
            <a:lvl5pPr marL="1828800" marR="0" lvl="4" indent="0" algn="ctr">
              <a:lnSpc>
                <a:spcPct val="100000"/>
              </a:lnSpc>
              <a:spcBef>
                <a:spcPts val="400"/>
              </a:spcBef>
              <a:spcAft>
                <a:spcPts val="0"/>
              </a:spcAft>
              <a:buClr>
                <a:srgbClr val="888888"/>
              </a:buClr>
              <a:buSzPts val="1400"/>
              <a:buFont typeface="Arial"/>
              <a:buNone/>
              <a:defRPr/>
            </a:lvl5pPr>
            <a:lvl6pPr marL="2286000" marR="0" lvl="5" indent="0" algn="ctr">
              <a:lnSpc>
                <a:spcPct val="100000"/>
              </a:lnSpc>
              <a:spcBef>
                <a:spcPts val="400"/>
              </a:spcBef>
              <a:spcAft>
                <a:spcPts val="0"/>
              </a:spcAft>
              <a:buClr>
                <a:srgbClr val="888888"/>
              </a:buClr>
              <a:buSzPts val="1400"/>
              <a:buFont typeface="Arial"/>
              <a:buNone/>
              <a:defRPr/>
            </a:lvl6pPr>
            <a:lvl7pPr marL="2743200" marR="0" lvl="6" indent="0" algn="ctr">
              <a:lnSpc>
                <a:spcPct val="100000"/>
              </a:lnSpc>
              <a:spcBef>
                <a:spcPts val="400"/>
              </a:spcBef>
              <a:spcAft>
                <a:spcPts val="0"/>
              </a:spcAft>
              <a:buClr>
                <a:srgbClr val="888888"/>
              </a:buClr>
              <a:buSzPts val="1400"/>
              <a:buFont typeface="Arial"/>
              <a:buNone/>
              <a:defRPr/>
            </a:lvl7pPr>
            <a:lvl8pPr marL="3200400" marR="0" lvl="7" indent="0" algn="ctr">
              <a:lnSpc>
                <a:spcPct val="100000"/>
              </a:lnSpc>
              <a:spcBef>
                <a:spcPts val="400"/>
              </a:spcBef>
              <a:spcAft>
                <a:spcPts val="0"/>
              </a:spcAft>
              <a:buClr>
                <a:srgbClr val="888888"/>
              </a:buClr>
              <a:buSzPts val="1400"/>
              <a:buFont typeface="Arial"/>
              <a:buNone/>
              <a:defRPr/>
            </a:lvl8pPr>
            <a:lvl9pPr marL="3657600" marR="0" lvl="8" indent="0" algn="ctr">
              <a:lnSpc>
                <a:spcPct val="100000"/>
              </a:lnSpc>
              <a:spcBef>
                <a:spcPts val="400"/>
              </a:spcBef>
              <a:spcAft>
                <a:spcPts val="0"/>
              </a:spcAft>
              <a:buClr>
                <a:srgbClr val="888888"/>
              </a:buClr>
              <a:buSzPts val="1400"/>
              <a:buFont typeface="Arial"/>
              <a:buNone/>
              <a:defRPr/>
            </a:lvl9pPr>
          </a:lstStyle>
          <a:p>
            <a:endParaRPr/>
          </a:p>
        </p:txBody>
      </p:sp>
      <p:sp>
        <p:nvSpPr>
          <p:cNvPr id="210" name="Google Shape;210;p59"/>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11" name="Google Shape;211;p59"/>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12" name="Google Shape;212;p59"/>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Slide">
  <p:cSld name="TITLE_7">
    <p:bg>
      <p:bgPr>
        <a:solidFill>
          <a:srgbClr val="FFFFFF"/>
        </a:solidFill>
        <a:effectLst/>
      </p:bgPr>
    </p:bg>
    <p:spTree>
      <p:nvGrpSpPr>
        <p:cNvPr id="1" name="Shape 213"/>
        <p:cNvGrpSpPr/>
        <p:nvPr/>
      </p:nvGrpSpPr>
      <p:grpSpPr>
        <a:xfrm>
          <a:off x="0" y="0"/>
          <a:ext cx="0" cy="0"/>
          <a:chOff x="0" y="0"/>
          <a:chExt cx="0" cy="0"/>
        </a:xfrm>
      </p:grpSpPr>
      <p:sp>
        <p:nvSpPr>
          <p:cNvPr id="214" name="Google Shape;214;p60"/>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15" name="Google Shape;215;p60"/>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16" name="Google Shape;216;p60"/>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Slide 2">
  <p:cSld name="TITLE_8">
    <p:bg>
      <p:bgPr>
        <a:solidFill>
          <a:srgbClr val="FFFFFF"/>
        </a:solidFill>
        <a:effectLst/>
      </p:bgPr>
    </p:bg>
    <p:spTree>
      <p:nvGrpSpPr>
        <p:cNvPr id="1" name="Shape 217"/>
        <p:cNvGrpSpPr/>
        <p:nvPr/>
      </p:nvGrpSpPr>
      <p:grpSpPr>
        <a:xfrm>
          <a:off x="0" y="0"/>
          <a:ext cx="0" cy="0"/>
          <a:chOff x="0" y="0"/>
          <a:chExt cx="0" cy="0"/>
        </a:xfrm>
      </p:grpSpPr>
      <p:pic>
        <p:nvPicPr>
          <p:cNvPr id="218" name="Google Shape;218;p61"/>
          <p:cNvPicPr preferRelativeResize="0"/>
          <p:nvPr/>
        </p:nvPicPr>
        <p:blipFill rotWithShape="1">
          <a:blip r:embed="rId2">
            <a:alphaModFix/>
          </a:blip>
          <a:srcRect t="91484" r="53078"/>
          <a:stretch/>
        </p:blipFill>
        <p:spPr>
          <a:xfrm>
            <a:off x="0" y="4210050"/>
            <a:ext cx="9144000" cy="933451"/>
          </a:xfrm>
          <a:prstGeom prst="rect">
            <a:avLst/>
          </a:prstGeom>
          <a:noFill/>
          <a:ln>
            <a:noFill/>
          </a:ln>
        </p:spPr>
      </p:pic>
      <p:pic>
        <p:nvPicPr>
          <p:cNvPr id="219" name="Google Shape;219;p61" descr="white-print-web-trinity.png"/>
          <p:cNvPicPr preferRelativeResize="0"/>
          <p:nvPr/>
        </p:nvPicPr>
        <p:blipFill>
          <a:blip r:embed="rId3">
            <a:alphaModFix/>
          </a:blip>
          <a:stretch>
            <a:fillRect/>
          </a:stretch>
        </p:blipFill>
        <p:spPr>
          <a:xfrm>
            <a:off x="693950" y="4259150"/>
            <a:ext cx="2420850" cy="83522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3">
  <p:cSld name="TITLE_9">
    <p:bg>
      <p:bgPr>
        <a:solidFill>
          <a:srgbClr val="FFFFFF"/>
        </a:solidFill>
        <a:effectLst/>
      </p:bgPr>
    </p:bg>
    <p:spTree>
      <p:nvGrpSpPr>
        <p:cNvPr id="1" name="Shape 220"/>
        <p:cNvGrpSpPr/>
        <p:nvPr/>
      </p:nvGrpSpPr>
      <p:grpSpPr>
        <a:xfrm>
          <a:off x="0" y="0"/>
          <a:ext cx="0" cy="0"/>
          <a:chOff x="0" y="0"/>
          <a:chExt cx="0" cy="0"/>
        </a:xfrm>
      </p:grpSpPr>
      <p:sp>
        <p:nvSpPr>
          <p:cNvPr id="221" name="Google Shape;221;p62"/>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22" name="Google Shape;222;p62"/>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23" name="Google Shape;223;p62"/>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ection Header 1">
  <p:cSld name="SECTION_HEADER_2">
    <p:spTree>
      <p:nvGrpSpPr>
        <p:cNvPr id="1" name="Shape 224"/>
        <p:cNvGrpSpPr/>
        <p:nvPr/>
      </p:nvGrpSpPr>
      <p:grpSpPr>
        <a:xfrm>
          <a:off x="0" y="0"/>
          <a:ext cx="0" cy="0"/>
          <a:chOff x="0" y="0"/>
          <a:chExt cx="0" cy="0"/>
        </a:xfrm>
      </p:grpSpPr>
      <p:sp>
        <p:nvSpPr>
          <p:cNvPr id="225" name="Google Shape;225;p63"/>
          <p:cNvSpPr txBox="1">
            <a:spLocks noGrp="1"/>
          </p:cNvSpPr>
          <p:nvPr>
            <p:ph type="title"/>
          </p:nvPr>
        </p:nvSpPr>
        <p:spPr>
          <a:xfrm>
            <a:off x="722312" y="3305175"/>
            <a:ext cx="7772400" cy="1021500"/>
          </a:xfrm>
          <a:prstGeom prst="rect">
            <a:avLst/>
          </a:prstGeom>
          <a:noFill/>
          <a:ln>
            <a:noFill/>
          </a:ln>
        </p:spPr>
        <p:txBody>
          <a:bodyPr spcFirstLastPara="1" wrap="square" lIns="91425" tIns="91425" rIns="91425" bIns="91425" anchor="t" anchorCtr="0">
            <a:normAutofit/>
          </a:bodyPr>
          <a:lstStyle>
            <a:lvl1pPr lvl="0" algn="l">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6" name="Google Shape;226;p63"/>
          <p:cNvSpPr txBox="1">
            <a:spLocks noGrp="1"/>
          </p:cNvSpPr>
          <p:nvPr>
            <p:ph type="body" idx="1"/>
          </p:nvPr>
        </p:nvSpPr>
        <p:spPr>
          <a:xfrm>
            <a:off x="722312" y="2180034"/>
            <a:ext cx="7772400" cy="1125000"/>
          </a:xfrm>
          <a:prstGeom prst="rect">
            <a:avLst/>
          </a:prstGeom>
          <a:noFill/>
          <a:ln>
            <a:noFill/>
          </a:ln>
        </p:spPr>
        <p:txBody>
          <a:bodyPr spcFirstLastPara="1" wrap="square" lIns="91425" tIns="91425" rIns="91425" bIns="91425" anchor="b" anchorCtr="0">
            <a:normAutofit/>
          </a:bodyPr>
          <a:lstStyle>
            <a:lvl1pPr marL="457200" lvl="0" indent="-228600">
              <a:spcBef>
                <a:spcPts val="0"/>
              </a:spcBef>
              <a:spcAft>
                <a:spcPts val="0"/>
              </a:spcAft>
              <a:buClr>
                <a:srgbClr val="888888"/>
              </a:buClr>
              <a:buSzPts val="1800"/>
              <a:buFont typeface="Cabin"/>
              <a:buNone/>
              <a:defRPr/>
            </a:lvl1pPr>
            <a:lvl2pPr marL="914400" lvl="1" indent="-228600">
              <a:spcBef>
                <a:spcPts val="1200"/>
              </a:spcBef>
              <a:spcAft>
                <a:spcPts val="0"/>
              </a:spcAft>
              <a:buClr>
                <a:srgbClr val="888888"/>
              </a:buClr>
              <a:buSzPts val="1400"/>
              <a:buFont typeface="Cabin"/>
              <a:buNone/>
              <a:defRPr/>
            </a:lvl2pPr>
            <a:lvl3pPr marL="1371600" lvl="2" indent="-228600">
              <a:spcBef>
                <a:spcPts val="1200"/>
              </a:spcBef>
              <a:spcAft>
                <a:spcPts val="0"/>
              </a:spcAft>
              <a:buClr>
                <a:srgbClr val="888888"/>
              </a:buClr>
              <a:buSzPts val="1400"/>
              <a:buFont typeface="Cabin"/>
              <a:buNone/>
              <a:defRPr/>
            </a:lvl3pPr>
            <a:lvl4pPr marL="1828800" lvl="3" indent="-228600">
              <a:spcBef>
                <a:spcPts val="1200"/>
              </a:spcBef>
              <a:spcAft>
                <a:spcPts val="0"/>
              </a:spcAft>
              <a:buClr>
                <a:srgbClr val="888888"/>
              </a:buClr>
              <a:buSzPts val="1400"/>
              <a:buFont typeface="Cabin"/>
              <a:buNone/>
              <a:defRPr/>
            </a:lvl4pPr>
            <a:lvl5pPr marL="2286000" lvl="4" indent="-228600">
              <a:spcBef>
                <a:spcPts val="1200"/>
              </a:spcBef>
              <a:spcAft>
                <a:spcPts val="0"/>
              </a:spcAft>
              <a:buClr>
                <a:srgbClr val="888888"/>
              </a:buClr>
              <a:buSzPts val="1400"/>
              <a:buFont typeface="Cabin"/>
              <a:buNone/>
              <a:defRPr/>
            </a:lvl5pPr>
            <a:lvl6pPr marL="2743200" lvl="5" indent="-228600">
              <a:spcBef>
                <a:spcPts val="1200"/>
              </a:spcBef>
              <a:spcAft>
                <a:spcPts val="0"/>
              </a:spcAft>
              <a:buClr>
                <a:srgbClr val="888888"/>
              </a:buClr>
              <a:buSzPts val="1400"/>
              <a:buFont typeface="Calibri"/>
              <a:buNone/>
              <a:defRPr/>
            </a:lvl6pPr>
            <a:lvl7pPr marL="3200400" lvl="6" indent="-228600">
              <a:spcBef>
                <a:spcPts val="1200"/>
              </a:spcBef>
              <a:spcAft>
                <a:spcPts val="0"/>
              </a:spcAft>
              <a:buClr>
                <a:srgbClr val="888888"/>
              </a:buClr>
              <a:buSzPts val="1400"/>
              <a:buFont typeface="Calibri"/>
              <a:buNone/>
              <a:defRPr/>
            </a:lvl7pPr>
            <a:lvl8pPr marL="3657600" lvl="7" indent="-228600">
              <a:spcBef>
                <a:spcPts val="1200"/>
              </a:spcBef>
              <a:spcAft>
                <a:spcPts val="0"/>
              </a:spcAft>
              <a:buClr>
                <a:srgbClr val="888888"/>
              </a:buClr>
              <a:buSzPts val="1400"/>
              <a:buFont typeface="Calibri"/>
              <a:buNone/>
              <a:defRPr/>
            </a:lvl8pPr>
            <a:lvl9pPr marL="4114800" lvl="8" indent="-228600">
              <a:spcBef>
                <a:spcPts val="1200"/>
              </a:spcBef>
              <a:spcAft>
                <a:spcPts val="1200"/>
              </a:spcAft>
              <a:buClr>
                <a:srgbClr val="888888"/>
              </a:buClr>
              <a:buSzPts val="1400"/>
              <a:buFont typeface="Calibri"/>
              <a:buNone/>
              <a:defRPr/>
            </a:lvl9pPr>
          </a:lstStyle>
          <a:p>
            <a:endParaRPr/>
          </a:p>
        </p:txBody>
      </p:sp>
      <p:sp>
        <p:nvSpPr>
          <p:cNvPr id="227" name="Google Shape;227;p63"/>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28" name="Google Shape;228;p63"/>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29" name="Google Shape;229;p63"/>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Slide 4">
  <p:cSld name="TITLE_10">
    <p:bg>
      <p:bgPr>
        <a:solidFill>
          <a:srgbClr val="FFFFFF"/>
        </a:solidFill>
        <a:effectLst/>
      </p:bgPr>
    </p:bg>
    <p:spTree>
      <p:nvGrpSpPr>
        <p:cNvPr id="1" name="Shape 230"/>
        <p:cNvGrpSpPr/>
        <p:nvPr/>
      </p:nvGrpSpPr>
      <p:grpSpPr>
        <a:xfrm>
          <a:off x="0" y="0"/>
          <a:ext cx="0" cy="0"/>
          <a:chOff x="0" y="0"/>
          <a:chExt cx="0" cy="0"/>
        </a:xfrm>
      </p:grpSpPr>
      <p:pic>
        <p:nvPicPr>
          <p:cNvPr id="231" name="Google Shape;231;p64"/>
          <p:cNvPicPr preferRelativeResize="0"/>
          <p:nvPr/>
        </p:nvPicPr>
        <p:blipFill rotWithShape="1">
          <a:blip r:embed="rId2">
            <a:alphaModFix/>
          </a:blip>
          <a:srcRect t="91484" r="53078"/>
          <a:stretch/>
        </p:blipFill>
        <p:spPr>
          <a:xfrm>
            <a:off x="0" y="4210050"/>
            <a:ext cx="9144000" cy="933451"/>
          </a:xfrm>
          <a:prstGeom prst="rect">
            <a:avLst/>
          </a:prstGeom>
          <a:noFill/>
          <a:ln>
            <a:noFill/>
          </a:ln>
        </p:spPr>
      </p:pic>
      <p:pic>
        <p:nvPicPr>
          <p:cNvPr id="232" name="Google Shape;232;p64" descr="white-print-web-trinity.png"/>
          <p:cNvPicPr preferRelativeResize="0"/>
          <p:nvPr/>
        </p:nvPicPr>
        <p:blipFill>
          <a:blip r:embed="rId3">
            <a:alphaModFix/>
          </a:blip>
          <a:stretch>
            <a:fillRect/>
          </a:stretch>
        </p:blipFill>
        <p:spPr>
          <a:xfrm>
            <a:off x="693950" y="4259150"/>
            <a:ext cx="2420850" cy="835225"/>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Section Header 2">
  <p:cSld name="SECTION_HEADER_3">
    <p:spTree>
      <p:nvGrpSpPr>
        <p:cNvPr id="1" name="Shape 233"/>
        <p:cNvGrpSpPr/>
        <p:nvPr/>
      </p:nvGrpSpPr>
      <p:grpSpPr>
        <a:xfrm>
          <a:off x="0" y="0"/>
          <a:ext cx="0" cy="0"/>
          <a:chOff x="0" y="0"/>
          <a:chExt cx="0" cy="0"/>
        </a:xfrm>
      </p:grpSpPr>
      <p:sp>
        <p:nvSpPr>
          <p:cNvPr id="234" name="Google Shape;234;p65"/>
          <p:cNvSpPr txBox="1">
            <a:spLocks noGrp="1"/>
          </p:cNvSpPr>
          <p:nvPr>
            <p:ph type="title"/>
          </p:nvPr>
        </p:nvSpPr>
        <p:spPr>
          <a:xfrm>
            <a:off x="722312" y="3305175"/>
            <a:ext cx="7772400" cy="1021500"/>
          </a:xfrm>
          <a:prstGeom prst="rect">
            <a:avLst/>
          </a:prstGeom>
          <a:noFill/>
          <a:ln>
            <a:noFill/>
          </a:ln>
        </p:spPr>
        <p:txBody>
          <a:bodyPr spcFirstLastPara="1" wrap="square" lIns="91425" tIns="91425" rIns="91425" bIns="91425" anchor="t" anchorCtr="0">
            <a:normAutofit/>
          </a:bodyPr>
          <a:lstStyle>
            <a:lvl1pPr lvl="0" algn="l">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5" name="Google Shape;235;p65"/>
          <p:cNvSpPr txBox="1">
            <a:spLocks noGrp="1"/>
          </p:cNvSpPr>
          <p:nvPr>
            <p:ph type="body" idx="1"/>
          </p:nvPr>
        </p:nvSpPr>
        <p:spPr>
          <a:xfrm>
            <a:off x="722312" y="2180034"/>
            <a:ext cx="7772400" cy="1125000"/>
          </a:xfrm>
          <a:prstGeom prst="rect">
            <a:avLst/>
          </a:prstGeom>
          <a:noFill/>
          <a:ln>
            <a:noFill/>
          </a:ln>
        </p:spPr>
        <p:txBody>
          <a:bodyPr spcFirstLastPara="1" wrap="square" lIns="91425" tIns="91425" rIns="91425" bIns="91425" anchor="b" anchorCtr="0">
            <a:normAutofit/>
          </a:bodyPr>
          <a:lstStyle>
            <a:lvl1pPr marL="457200" lvl="0" indent="-228600">
              <a:spcBef>
                <a:spcPts val="0"/>
              </a:spcBef>
              <a:spcAft>
                <a:spcPts val="0"/>
              </a:spcAft>
              <a:buClr>
                <a:srgbClr val="888888"/>
              </a:buClr>
              <a:buSzPts val="1800"/>
              <a:buFont typeface="Cabin"/>
              <a:buNone/>
              <a:defRPr/>
            </a:lvl1pPr>
            <a:lvl2pPr marL="914400" lvl="1" indent="-228600">
              <a:spcBef>
                <a:spcPts val="1200"/>
              </a:spcBef>
              <a:spcAft>
                <a:spcPts val="0"/>
              </a:spcAft>
              <a:buClr>
                <a:srgbClr val="888888"/>
              </a:buClr>
              <a:buSzPts val="1400"/>
              <a:buFont typeface="Cabin"/>
              <a:buNone/>
              <a:defRPr/>
            </a:lvl2pPr>
            <a:lvl3pPr marL="1371600" lvl="2" indent="-228600">
              <a:spcBef>
                <a:spcPts val="1200"/>
              </a:spcBef>
              <a:spcAft>
                <a:spcPts val="0"/>
              </a:spcAft>
              <a:buClr>
                <a:srgbClr val="888888"/>
              </a:buClr>
              <a:buSzPts val="1400"/>
              <a:buFont typeface="Cabin"/>
              <a:buNone/>
              <a:defRPr/>
            </a:lvl3pPr>
            <a:lvl4pPr marL="1828800" lvl="3" indent="-228600">
              <a:spcBef>
                <a:spcPts val="1200"/>
              </a:spcBef>
              <a:spcAft>
                <a:spcPts val="0"/>
              </a:spcAft>
              <a:buClr>
                <a:srgbClr val="888888"/>
              </a:buClr>
              <a:buSzPts val="1400"/>
              <a:buFont typeface="Cabin"/>
              <a:buNone/>
              <a:defRPr/>
            </a:lvl4pPr>
            <a:lvl5pPr marL="2286000" lvl="4" indent="-228600">
              <a:spcBef>
                <a:spcPts val="1200"/>
              </a:spcBef>
              <a:spcAft>
                <a:spcPts val="0"/>
              </a:spcAft>
              <a:buClr>
                <a:srgbClr val="888888"/>
              </a:buClr>
              <a:buSzPts val="1400"/>
              <a:buFont typeface="Cabin"/>
              <a:buNone/>
              <a:defRPr/>
            </a:lvl5pPr>
            <a:lvl6pPr marL="2743200" lvl="5" indent="-228600">
              <a:spcBef>
                <a:spcPts val="1200"/>
              </a:spcBef>
              <a:spcAft>
                <a:spcPts val="0"/>
              </a:spcAft>
              <a:buClr>
                <a:srgbClr val="888888"/>
              </a:buClr>
              <a:buSzPts val="1400"/>
              <a:buFont typeface="Calibri"/>
              <a:buNone/>
              <a:defRPr/>
            </a:lvl6pPr>
            <a:lvl7pPr marL="3200400" lvl="6" indent="-228600">
              <a:spcBef>
                <a:spcPts val="1200"/>
              </a:spcBef>
              <a:spcAft>
                <a:spcPts val="0"/>
              </a:spcAft>
              <a:buClr>
                <a:srgbClr val="888888"/>
              </a:buClr>
              <a:buSzPts val="1400"/>
              <a:buFont typeface="Calibri"/>
              <a:buNone/>
              <a:defRPr/>
            </a:lvl7pPr>
            <a:lvl8pPr marL="3657600" lvl="7" indent="-228600">
              <a:spcBef>
                <a:spcPts val="1200"/>
              </a:spcBef>
              <a:spcAft>
                <a:spcPts val="0"/>
              </a:spcAft>
              <a:buClr>
                <a:srgbClr val="888888"/>
              </a:buClr>
              <a:buSzPts val="1400"/>
              <a:buFont typeface="Calibri"/>
              <a:buNone/>
              <a:defRPr/>
            </a:lvl8pPr>
            <a:lvl9pPr marL="4114800" lvl="8" indent="-228600">
              <a:spcBef>
                <a:spcPts val="1200"/>
              </a:spcBef>
              <a:spcAft>
                <a:spcPts val="1200"/>
              </a:spcAft>
              <a:buClr>
                <a:srgbClr val="888888"/>
              </a:buClr>
              <a:buSzPts val="1400"/>
              <a:buFont typeface="Calibri"/>
              <a:buNone/>
              <a:defRPr/>
            </a:lvl9pPr>
          </a:lstStyle>
          <a:p>
            <a:endParaRPr/>
          </a:p>
        </p:txBody>
      </p:sp>
      <p:sp>
        <p:nvSpPr>
          <p:cNvPr id="236" name="Google Shape;236;p65"/>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37" name="Google Shape;237;p65"/>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38" name="Google Shape;238;p65"/>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2 1">
  <p:cSld name="TITLE_2">
    <p:bg>
      <p:bgPr>
        <a:solidFill>
          <a:srgbClr val="FFFFFF"/>
        </a:solidFill>
        <a:effectLst/>
      </p:bgPr>
    </p:bg>
    <p:spTree>
      <p:nvGrpSpPr>
        <p:cNvPr id="1" name="Shape 239"/>
        <p:cNvGrpSpPr/>
        <p:nvPr/>
      </p:nvGrpSpPr>
      <p:grpSpPr>
        <a:xfrm>
          <a:off x="0" y="0"/>
          <a:ext cx="0" cy="0"/>
          <a:chOff x="0" y="0"/>
          <a:chExt cx="0" cy="0"/>
        </a:xfrm>
      </p:grpSpPr>
      <p:sp>
        <p:nvSpPr>
          <p:cNvPr id="240" name="Google Shape;240;p66"/>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41" name="Google Shape;241;p66"/>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42" name="Google Shape;242;p66"/>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Slide 3 1">
  <p:cSld name="TITLE_3">
    <p:bg>
      <p:bgPr>
        <a:solidFill>
          <a:srgbClr val="FFFFFF"/>
        </a:solidFill>
        <a:effectLst/>
      </p:bgPr>
    </p:bg>
    <p:spTree>
      <p:nvGrpSpPr>
        <p:cNvPr id="1" name="Shape 243"/>
        <p:cNvGrpSpPr/>
        <p:nvPr/>
      </p:nvGrpSpPr>
      <p:grpSpPr>
        <a:xfrm>
          <a:off x="0" y="0"/>
          <a:ext cx="0" cy="0"/>
          <a:chOff x="0" y="0"/>
          <a:chExt cx="0" cy="0"/>
        </a:xfrm>
      </p:grpSpPr>
      <p:sp>
        <p:nvSpPr>
          <p:cNvPr id="244" name="Google Shape;244;p67"/>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45" name="Google Shape;245;p67"/>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46" name="Google Shape;246;p67"/>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rmAutofit fontScale="25000" lnSpcReduction="20000"/>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ct val="140000"/>
              <a:buFont typeface="Arial"/>
              <a:buNone/>
            </a:pPr>
            <a:endParaRPr/>
          </a:p>
          <a:p>
            <a:pPr marL="0" lvl="1" indent="0" algn="l" rtl="0">
              <a:spcBef>
                <a:spcPts val="0"/>
              </a:spcBef>
              <a:spcAft>
                <a:spcPts val="0"/>
              </a:spcAft>
              <a:buClr>
                <a:srgbClr val="000000"/>
              </a:buClr>
              <a:buSzPct val="140000"/>
              <a:buFont typeface="Arial"/>
              <a:buNone/>
            </a:pPr>
            <a:endParaRPr/>
          </a:p>
          <a:p>
            <a:pPr marL="0" lvl="2" indent="0" algn="l" rtl="0">
              <a:spcBef>
                <a:spcPts val="0"/>
              </a:spcBef>
              <a:spcAft>
                <a:spcPts val="0"/>
              </a:spcAft>
              <a:buClr>
                <a:srgbClr val="000000"/>
              </a:buClr>
              <a:buSzPct val="140000"/>
              <a:buFont typeface="Arial"/>
              <a:buNone/>
            </a:pPr>
            <a:endParaRPr/>
          </a:p>
          <a:p>
            <a:pPr marL="0" lvl="3" indent="0" algn="l" rtl="0">
              <a:spcBef>
                <a:spcPts val="0"/>
              </a:spcBef>
              <a:spcAft>
                <a:spcPts val="0"/>
              </a:spcAft>
              <a:buClr>
                <a:srgbClr val="000000"/>
              </a:buClr>
              <a:buSzPct val="140000"/>
              <a:buFont typeface="Arial"/>
              <a:buNone/>
            </a:pPr>
            <a:endParaRPr/>
          </a:p>
          <a:p>
            <a:pPr marL="0" lvl="4" indent="0" algn="l" rtl="0">
              <a:spcBef>
                <a:spcPts val="0"/>
              </a:spcBef>
              <a:spcAft>
                <a:spcPts val="0"/>
              </a:spcAft>
              <a:buClr>
                <a:srgbClr val="000000"/>
              </a:buClr>
              <a:buSzPct val="140000"/>
              <a:buFont typeface="Arial"/>
              <a:buNone/>
            </a:pPr>
            <a:endParaRPr/>
          </a:p>
          <a:p>
            <a:pPr marL="0" lvl="5" indent="0" algn="l" rtl="0">
              <a:spcBef>
                <a:spcPts val="0"/>
              </a:spcBef>
              <a:spcAft>
                <a:spcPts val="0"/>
              </a:spcAft>
              <a:buClr>
                <a:srgbClr val="000000"/>
              </a:buClr>
              <a:buSzPct val="140000"/>
              <a:buFont typeface="Arial"/>
              <a:buNone/>
            </a:pPr>
            <a:endParaRPr/>
          </a:p>
          <a:p>
            <a:pPr marL="0" lvl="6" indent="0" algn="l" rtl="0">
              <a:spcBef>
                <a:spcPts val="0"/>
              </a:spcBef>
              <a:spcAft>
                <a:spcPts val="0"/>
              </a:spcAft>
              <a:buClr>
                <a:srgbClr val="000000"/>
              </a:buClr>
              <a:buSzPct val="140000"/>
              <a:buFont typeface="Arial"/>
              <a:buNone/>
            </a:pPr>
            <a:endParaRPr/>
          </a:p>
          <a:p>
            <a:pPr marL="0" lvl="7" indent="0" algn="l" rtl="0">
              <a:spcBef>
                <a:spcPts val="0"/>
              </a:spcBef>
              <a:spcAft>
                <a:spcPts val="0"/>
              </a:spcAft>
              <a:buClr>
                <a:srgbClr val="000000"/>
              </a:buClr>
              <a:buSzPct val="140000"/>
              <a:buFont typeface="Arial"/>
              <a:buNone/>
            </a:pPr>
            <a:endParaRPr/>
          </a:p>
          <a:p>
            <a:pPr marL="0" lvl="8" indent="0" algn="l" rtl="0">
              <a:spcBef>
                <a:spcPts val="0"/>
              </a:spcBef>
              <a:spcAft>
                <a:spcPts val="0"/>
              </a:spcAft>
              <a:buClr>
                <a:srgbClr val="000000"/>
              </a:buClr>
              <a:buSzPct val="140000"/>
              <a:buFont typeface="Arial"/>
              <a:buNone/>
            </a:pP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0"/>
        <p:cNvGrpSpPr/>
        <p:nvPr/>
      </p:nvGrpSpPr>
      <p:grpSpPr>
        <a:xfrm>
          <a:off x="0" y="0"/>
          <a:ext cx="0" cy="0"/>
          <a:chOff x="0" y="0"/>
          <a:chExt cx="0" cy="0"/>
        </a:xfrm>
      </p:grpSpPr>
      <p:sp>
        <p:nvSpPr>
          <p:cNvPr id="251" name="Google Shape;251;p69"/>
          <p:cNvSpPr txBox="1">
            <a:spLocks noGrp="1"/>
          </p:cNvSpPr>
          <p:nvPr>
            <p:ph type="ctrTitle"/>
          </p:nvPr>
        </p:nvSpPr>
        <p:spPr>
          <a:xfrm>
            <a:off x="685800" y="1583342"/>
            <a:ext cx="7772400" cy="1159800"/>
          </a:xfrm>
          <a:prstGeom prst="rect">
            <a:avLst/>
          </a:prstGeom>
          <a:noFill/>
          <a:ln>
            <a:noFill/>
          </a:ln>
        </p:spPr>
        <p:txBody>
          <a:bodyPr spcFirstLastPara="1" wrap="square" lIns="91425" tIns="91425" rIns="91425" bIns="91425" anchor="b" anchorCtr="0">
            <a:noAutofit/>
          </a:bodyPr>
          <a:lstStyle>
            <a:lvl1pPr marL="0" marR="0" lvl="0" indent="0" algn="ctr">
              <a:lnSpc>
                <a:spcPct val="100000"/>
              </a:lnSpc>
              <a:spcBef>
                <a:spcPts val="0"/>
              </a:spcBef>
              <a:spcAft>
                <a:spcPts val="0"/>
              </a:spcAft>
              <a:buClr>
                <a:schemeClr val="dk1"/>
              </a:buClr>
              <a:buSzPts val="1400"/>
              <a:buFont typeface="Arial"/>
              <a:buNone/>
              <a:defRPr/>
            </a:lvl1pPr>
            <a:lvl2pPr marL="0" marR="0" lvl="1" indent="0" algn="ctr">
              <a:lnSpc>
                <a:spcPct val="100000"/>
              </a:lnSpc>
              <a:spcBef>
                <a:spcPts val="0"/>
              </a:spcBef>
              <a:spcAft>
                <a:spcPts val="0"/>
              </a:spcAft>
              <a:buClr>
                <a:schemeClr val="dk1"/>
              </a:buClr>
              <a:buSzPts val="1400"/>
              <a:buFont typeface="Arial"/>
              <a:buNone/>
              <a:defRPr/>
            </a:lvl2pPr>
            <a:lvl3pPr marL="0" marR="0" lvl="2" indent="0" algn="ctr">
              <a:spcBef>
                <a:spcPts val="0"/>
              </a:spcBef>
              <a:spcAft>
                <a:spcPts val="0"/>
              </a:spcAft>
              <a:buClr>
                <a:schemeClr val="dk1"/>
              </a:buClr>
              <a:buSzPts val="1400"/>
              <a:buFont typeface="Arial"/>
              <a:buNone/>
              <a:defRPr/>
            </a:lvl3pPr>
            <a:lvl4pPr marL="0" marR="0" lvl="3" indent="0" algn="ctr">
              <a:spcBef>
                <a:spcPts val="0"/>
              </a:spcBef>
              <a:spcAft>
                <a:spcPts val="0"/>
              </a:spcAft>
              <a:buClr>
                <a:schemeClr val="dk1"/>
              </a:buClr>
              <a:buSzPts val="1400"/>
              <a:buFont typeface="Arial"/>
              <a:buNone/>
              <a:defRPr/>
            </a:lvl4pPr>
            <a:lvl5pPr marL="0" marR="0" lvl="4" indent="0" algn="ctr">
              <a:spcBef>
                <a:spcPts val="0"/>
              </a:spcBef>
              <a:spcAft>
                <a:spcPts val="0"/>
              </a:spcAft>
              <a:buClr>
                <a:schemeClr val="dk1"/>
              </a:buClr>
              <a:buSzPts val="1400"/>
              <a:buFont typeface="Arial"/>
              <a:buNone/>
              <a:defRPr/>
            </a:lvl5pPr>
            <a:lvl6pPr marL="0" marR="0" lvl="5" indent="0" algn="ctr">
              <a:spcBef>
                <a:spcPts val="0"/>
              </a:spcBef>
              <a:spcAft>
                <a:spcPts val="0"/>
              </a:spcAft>
              <a:buClr>
                <a:schemeClr val="dk1"/>
              </a:buClr>
              <a:buSzPts val="1400"/>
              <a:buFont typeface="Arial"/>
              <a:buNone/>
              <a:defRPr/>
            </a:lvl6pPr>
            <a:lvl7pPr marL="0" marR="0" lvl="6" indent="0" algn="ctr">
              <a:spcBef>
                <a:spcPts val="0"/>
              </a:spcBef>
              <a:spcAft>
                <a:spcPts val="0"/>
              </a:spcAft>
              <a:buClr>
                <a:schemeClr val="dk1"/>
              </a:buClr>
              <a:buSzPts val="1400"/>
              <a:buFont typeface="Arial"/>
              <a:buNone/>
              <a:defRPr/>
            </a:lvl7pPr>
            <a:lvl8pPr marL="0" marR="0" lvl="7" indent="0" algn="ctr">
              <a:spcBef>
                <a:spcPts val="0"/>
              </a:spcBef>
              <a:spcAft>
                <a:spcPts val="0"/>
              </a:spcAft>
              <a:buClr>
                <a:schemeClr val="dk1"/>
              </a:buClr>
              <a:buSzPts val="1400"/>
              <a:buFont typeface="Arial"/>
              <a:buNone/>
              <a:defRPr/>
            </a:lvl8pPr>
            <a:lvl9pPr marL="0" marR="0" lvl="8" indent="0" algn="ctr">
              <a:spcBef>
                <a:spcPts val="0"/>
              </a:spcBef>
              <a:spcAft>
                <a:spcPts val="0"/>
              </a:spcAft>
              <a:buClr>
                <a:schemeClr val="dk1"/>
              </a:buClr>
              <a:buSzPts val="1400"/>
              <a:buFont typeface="Arial"/>
              <a:buNone/>
              <a:defRPr/>
            </a:lvl9pPr>
          </a:lstStyle>
          <a:p>
            <a:endParaRPr/>
          </a:p>
        </p:txBody>
      </p:sp>
      <p:sp>
        <p:nvSpPr>
          <p:cNvPr id="252" name="Google Shape;252;p69"/>
          <p:cNvSpPr txBox="1">
            <a:spLocks noGrp="1"/>
          </p:cNvSpPr>
          <p:nvPr>
            <p:ph type="subTitle" idx="1"/>
          </p:nvPr>
        </p:nvSpPr>
        <p:spPr>
          <a:xfrm>
            <a:off x="685800" y="2840053"/>
            <a:ext cx="7772400" cy="7848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chemeClr val="dk2"/>
              </a:buClr>
              <a:buSzPts val="1400"/>
              <a:buFont typeface="Arial"/>
              <a:buNone/>
              <a:defRPr/>
            </a:lvl1pPr>
            <a:lvl2pPr marL="0" marR="0" lvl="1" indent="0" algn="ctr">
              <a:lnSpc>
                <a:spcPct val="100000"/>
              </a:lnSpc>
              <a:spcBef>
                <a:spcPts val="0"/>
              </a:spcBef>
              <a:spcAft>
                <a:spcPts val="0"/>
              </a:spcAft>
              <a:buClr>
                <a:schemeClr val="dk2"/>
              </a:buClr>
              <a:buSzPts val="1400"/>
              <a:buFont typeface="Arial"/>
              <a:buNone/>
              <a:defRPr/>
            </a:lvl2pPr>
            <a:lvl3pPr marL="0" marR="0" lvl="2" indent="0" algn="ctr">
              <a:lnSpc>
                <a:spcPct val="100000"/>
              </a:lnSpc>
              <a:spcBef>
                <a:spcPts val="0"/>
              </a:spcBef>
              <a:spcAft>
                <a:spcPts val="0"/>
              </a:spcAft>
              <a:buClr>
                <a:schemeClr val="dk2"/>
              </a:buClr>
              <a:buSzPts val="1400"/>
              <a:buFont typeface="Arial"/>
              <a:buNone/>
              <a:defRPr/>
            </a:lvl3pPr>
            <a:lvl4pPr marL="0" marR="0" lvl="3" indent="0" algn="ctr">
              <a:lnSpc>
                <a:spcPct val="100000"/>
              </a:lnSpc>
              <a:spcBef>
                <a:spcPts val="0"/>
              </a:spcBef>
              <a:spcAft>
                <a:spcPts val="0"/>
              </a:spcAft>
              <a:buClr>
                <a:schemeClr val="dk2"/>
              </a:buClr>
              <a:buSzPts val="1400"/>
              <a:buFont typeface="Arial"/>
              <a:buNone/>
              <a:defRPr/>
            </a:lvl4pPr>
            <a:lvl5pPr marL="0" marR="0" lvl="4" indent="0" algn="ctr">
              <a:lnSpc>
                <a:spcPct val="100000"/>
              </a:lnSpc>
              <a:spcBef>
                <a:spcPts val="0"/>
              </a:spcBef>
              <a:spcAft>
                <a:spcPts val="0"/>
              </a:spcAft>
              <a:buClr>
                <a:schemeClr val="dk2"/>
              </a:buClr>
              <a:buSzPts val="1400"/>
              <a:buFont typeface="Arial"/>
              <a:buNone/>
              <a:defRPr/>
            </a:lvl5pPr>
            <a:lvl6pPr marL="0" marR="0" lvl="5" indent="0" algn="ctr">
              <a:lnSpc>
                <a:spcPct val="100000"/>
              </a:lnSpc>
              <a:spcBef>
                <a:spcPts val="0"/>
              </a:spcBef>
              <a:spcAft>
                <a:spcPts val="0"/>
              </a:spcAft>
              <a:buClr>
                <a:schemeClr val="dk2"/>
              </a:buClr>
              <a:buSzPts val="1400"/>
              <a:buFont typeface="Arial"/>
              <a:buNone/>
              <a:defRPr/>
            </a:lvl6pPr>
            <a:lvl7pPr marL="0" marR="0" lvl="6" indent="0" algn="ctr">
              <a:lnSpc>
                <a:spcPct val="100000"/>
              </a:lnSpc>
              <a:spcBef>
                <a:spcPts val="0"/>
              </a:spcBef>
              <a:spcAft>
                <a:spcPts val="0"/>
              </a:spcAft>
              <a:buClr>
                <a:schemeClr val="dk2"/>
              </a:buClr>
              <a:buSzPts val="1400"/>
              <a:buFont typeface="Arial"/>
              <a:buNone/>
              <a:defRPr/>
            </a:lvl7pPr>
            <a:lvl8pPr marL="0" marR="0" lvl="7" indent="0" algn="ctr">
              <a:lnSpc>
                <a:spcPct val="100000"/>
              </a:lnSpc>
              <a:spcBef>
                <a:spcPts val="0"/>
              </a:spcBef>
              <a:spcAft>
                <a:spcPts val="0"/>
              </a:spcAft>
              <a:buClr>
                <a:schemeClr val="dk2"/>
              </a:buClr>
              <a:buSzPts val="1400"/>
              <a:buFont typeface="Arial"/>
              <a:buNone/>
              <a:defRPr/>
            </a:lvl8pPr>
            <a:lvl9pPr marL="0" marR="0" lvl="8" indent="0" algn="ctr">
              <a:lnSpc>
                <a:spcPct val="100000"/>
              </a:lnSpc>
              <a:spcBef>
                <a:spcPts val="0"/>
              </a:spcBef>
              <a:spcAft>
                <a:spcPts val="0"/>
              </a:spcAft>
              <a:buClr>
                <a:schemeClr val="dk2"/>
              </a:buClr>
              <a:buSzPts val="1400"/>
              <a:buFont typeface="Arial"/>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3"/>
        <p:cNvGrpSpPr/>
        <p:nvPr/>
      </p:nvGrpSpPr>
      <p:grpSpPr>
        <a:xfrm>
          <a:off x="0" y="0"/>
          <a:ext cx="0" cy="0"/>
          <a:chOff x="0" y="0"/>
          <a:chExt cx="0" cy="0"/>
        </a:xfrm>
      </p:grpSpPr>
      <p:sp>
        <p:nvSpPr>
          <p:cNvPr id="254" name="Google Shape;254;p70"/>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255" name="Google Shape;255;p70"/>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6"/>
        <p:cNvGrpSpPr/>
        <p:nvPr/>
      </p:nvGrpSpPr>
      <p:grpSpPr>
        <a:xfrm>
          <a:off x="0" y="0"/>
          <a:ext cx="0" cy="0"/>
          <a:chOff x="0" y="0"/>
          <a:chExt cx="0" cy="0"/>
        </a:xfrm>
      </p:grpSpPr>
      <p:sp>
        <p:nvSpPr>
          <p:cNvPr id="257" name="Google Shape;257;p71"/>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258" name="Google Shape;258;p71"/>
          <p:cNvSpPr txBox="1">
            <a:spLocks noGrp="1"/>
          </p:cNvSpPr>
          <p:nvPr>
            <p:ph type="body" idx="1"/>
          </p:nvPr>
        </p:nvSpPr>
        <p:spPr>
          <a:xfrm>
            <a:off x="457200" y="1200150"/>
            <a:ext cx="39945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
        <p:nvSpPr>
          <p:cNvPr id="259" name="Google Shape;259;p71"/>
          <p:cNvSpPr txBox="1">
            <a:spLocks noGrp="1"/>
          </p:cNvSpPr>
          <p:nvPr>
            <p:ph type="body" idx="2"/>
          </p:nvPr>
        </p:nvSpPr>
        <p:spPr>
          <a:xfrm>
            <a:off x="4692273" y="1200150"/>
            <a:ext cx="3994500" cy="37257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o"/>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o"/>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0"/>
        <p:cNvGrpSpPr/>
        <p:nvPr/>
      </p:nvGrpSpPr>
      <p:grpSpPr>
        <a:xfrm>
          <a:off x="0" y="0"/>
          <a:ext cx="0" cy="0"/>
          <a:chOff x="0" y="0"/>
          <a:chExt cx="0" cy="0"/>
        </a:xfrm>
      </p:grpSpPr>
      <p:sp>
        <p:nvSpPr>
          <p:cNvPr id="261" name="Google Shape;261;p72"/>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Clr>
                <a:schemeClr val="dk1"/>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62"/>
        <p:cNvGrpSpPr/>
        <p:nvPr/>
      </p:nvGrpSpPr>
      <p:grpSpPr>
        <a:xfrm>
          <a:off x="0" y="0"/>
          <a:ext cx="0" cy="0"/>
          <a:chOff x="0" y="0"/>
          <a:chExt cx="0" cy="0"/>
        </a:xfrm>
      </p:grpSpPr>
      <p:sp>
        <p:nvSpPr>
          <p:cNvPr id="263" name="Google Shape;263;p73"/>
          <p:cNvSpPr txBox="1">
            <a:spLocks noGrp="1"/>
          </p:cNvSpPr>
          <p:nvPr>
            <p:ph type="body" idx="1"/>
          </p:nvPr>
        </p:nvSpPr>
        <p:spPr>
          <a:xfrm>
            <a:off x="457200" y="4406309"/>
            <a:ext cx="8229600" cy="519600"/>
          </a:xfrm>
          <a:prstGeom prst="rect">
            <a:avLst/>
          </a:prstGeom>
          <a:noFill/>
          <a:ln>
            <a:noFill/>
          </a:ln>
        </p:spPr>
        <p:txBody>
          <a:bodyPr spcFirstLastPara="1" wrap="square" lIns="91425" tIns="91425" rIns="91425" bIns="91425" anchor="t" anchorCtr="0">
            <a:noAutofit/>
          </a:bodyPr>
          <a:lstStyle>
            <a:lvl1pPr marL="457200" lvl="0" indent="-317500" algn="ctr">
              <a:lnSpc>
                <a:spcPct val="100000"/>
              </a:lnSpc>
              <a:spcBef>
                <a:spcPts val="360"/>
              </a:spcBef>
              <a:spcAft>
                <a:spcPts val="0"/>
              </a:spcAft>
              <a:buClr>
                <a:schemeClr val="dk1"/>
              </a:buClr>
              <a:buSzPts val="1400"/>
              <a:buFont typeface="Arial"/>
              <a:buChar char="●"/>
              <a:defRPr/>
            </a:lvl1pPr>
            <a:lvl2pPr marL="914400" lvl="1" indent="-317500" algn="ctr">
              <a:lnSpc>
                <a:spcPct val="100000"/>
              </a:lnSpc>
              <a:spcBef>
                <a:spcPts val="360"/>
              </a:spcBef>
              <a:spcAft>
                <a:spcPts val="0"/>
              </a:spcAft>
              <a:buClr>
                <a:schemeClr val="dk1"/>
              </a:buClr>
              <a:buSzPts val="1400"/>
              <a:buFont typeface="Courier New"/>
              <a:buChar char="o"/>
              <a:defRPr/>
            </a:lvl2pPr>
            <a:lvl3pPr marL="1371600" lvl="2" indent="-317500" algn="ctr">
              <a:lnSpc>
                <a:spcPct val="100000"/>
              </a:lnSpc>
              <a:spcBef>
                <a:spcPts val="360"/>
              </a:spcBef>
              <a:spcAft>
                <a:spcPts val="0"/>
              </a:spcAft>
              <a:buClr>
                <a:schemeClr val="dk1"/>
              </a:buClr>
              <a:buSzPts val="1400"/>
              <a:buFont typeface="Noto Symbol"/>
              <a:buChar char="▪"/>
              <a:defRPr/>
            </a:lvl3pPr>
            <a:lvl4pPr marL="1828800" lvl="3" indent="-317500" algn="ctr">
              <a:lnSpc>
                <a:spcPct val="100000"/>
              </a:lnSpc>
              <a:spcBef>
                <a:spcPts val="360"/>
              </a:spcBef>
              <a:spcAft>
                <a:spcPts val="0"/>
              </a:spcAft>
              <a:buClr>
                <a:schemeClr val="dk1"/>
              </a:buClr>
              <a:buSzPts val="1400"/>
              <a:buFont typeface="Arial"/>
              <a:buChar char="●"/>
              <a:defRPr/>
            </a:lvl4pPr>
            <a:lvl5pPr marL="2286000" lvl="4" indent="-317500" algn="ctr">
              <a:lnSpc>
                <a:spcPct val="100000"/>
              </a:lnSpc>
              <a:spcBef>
                <a:spcPts val="360"/>
              </a:spcBef>
              <a:spcAft>
                <a:spcPts val="0"/>
              </a:spcAft>
              <a:buClr>
                <a:schemeClr val="dk1"/>
              </a:buClr>
              <a:buSzPts val="1400"/>
              <a:buFont typeface="Courier New"/>
              <a:buChar char="o"/>
              <a:defRPr/>
            </a:lvl5pPr>
            <a:lvl6pPr marL="2743200" lvl="5" indent="-317500" algn="ctr">
              <a:lnSpc>
                <a:spcPct val="100000"/>
              </a:lnSpc>
              <a:spcBef>
                <a:spcPts val="360"/>
              </a:spcBef>
              <a:spcAft>
                <a:spcPts val="0"/>
              </a:spcAft>
              <a:buClr>
                <a:schemeClr val="dk1"/>
              </a:buClr>
              <a:buSzPts val="1400"/>
              <a:buFont typeface="Noto Symbol"/>
              <a:buChar char="▪"/>
              <a:defRPr/>
            </a:lvl6pPr>
            <a:lvl7pPr marL="3200400" lvl="6" indent="-317500" algn="ctr">
              <a:lnSpc>
                <a:spcPct val="100000"/>
              </a:lnSpc>
              <a:spcBef>
                <a:spcPts val="360"/>
              </a:spcBef>
              <a:spcAft>
                <a:spcPts val="0"/>
              </a:spcAft>
              <a:buClr>
                <a:schemeClr val="dk1"/>
              </a:buClr>
              <a:buSzPts val="1400"/>
              <a:buFont typeface="Arial"/>
              <a:buChar char="●"/>
              <a:defRPr/>
            </a:lvl7pPr>
            <a:lvl8pPr marL="3657600" lvl="7" indent="-317500" algn="ctr">
              <a:lnSpc>
                <a:spcPct val="100000"/>
              </a:lnSpc>
              <a:spcBef>
                <a:spcPts val="360"/>
              </a:spcBef>
              <a:spcAft>
                <a:spcPts val="0"/>
              </a:spcAft>
              <a:buClr>
                <a:schemeClr val="dk1"/>
              </a:buClr>
              <a:buSzPts val="1400"/>
              <a:buFont typeface="Courier New"/>
              <a:buChar char="o"/>
              <a:defRPr/>
            </a:lvl8pPr>
            <a:lvl9pPr marL="4114800" lvl="8" indent="-317500" algn="ctr">
              <a:lnSpc>
                <a:spcPct val="100000"/>
              </a:lnSpc>
              <a:spcBef>
                <a:spcPts val="360"/>
              </a:spcBef>
              <a:spcAft>
                <a:spcPts val="0"/>
              </a:spcAft>
              <a:buClr>
                <a:schemeClr val="dk1"/>
              </a:buClr>
              <a:buSzPts val="1400"/>
              <a:buFont typeface="Noto Symbol"/>
              <a:buChar char="▪"/>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4"/>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Slide 21">
  <p:cSld name="TITLE_21">
    <p:spTree>
      <p:nvGrpSpPr>
        <p:cNvPr id="1" name="Shape 265"/>
        <p:cNvGrpSpPr/>
        <p:nvPr/>
      </p:nvGrpSpPr>
      <p:grpSpPr>
        <a:xfrm>
          <a:off x="0" y="0"/>
          <a:ext cx="0" cy="0"/>
          <a:chOff x="0" y="0"/>
          <a:chExt cx="0" cy="0"/>
        </a:xfrm>
      </p:grpSpPr>
      <p:sp>
        <p:nvSpPr>
          <p:cNvPr id="266" name="Google Shape;266;p75"/>
          <p:cNvSpPr txBox="1">
            <a:spLocks noGrp="1"/>
          </p:cNvSpPr>
          <p:nvPr>
            <p:ph type="ctrTitle"/>
          </p:nvPr>
        </p:nvSpPr>
        <p:spPr>
          <a:xfrm>
            <a:off x="685800" y="1597818"/>
            <a:ext cx="7772400" cy="11025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Calibri"/>
              <a:buNone/>
              <a:defRPr>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400"/>
              <a:buFont typeface="Arial"/>
              <a:buNone/>
              <a:defRPr/>
            </a:lvl2pPr>
            <a:lvl3pPr marL="0" marR="0" lvl="2" indent="0" algn="ctr">
              <a:spcBef>
                <a:spcPts val="0"/>
              </a:spcBef>
              <a:spcAft>
                <a:spcPts val="0"/>
              </a:spcAft>
              <a:buSzPts val="1400"/>
              <a:buNone/>
              <a:defRPr/>
            </a:lvl3pPr>
            <a:lvl4pPr marL="0" marR="0" lvl="3" indent="0" algn="ctr">
              <a:spcBef>
                <a:spcPts val="0"/>
              </a:spcBef>
              <a:spcAft>
                <a:spcPts val="0"/>
              </a:spcAft>
              <a:buSzPts val="1400"/>
              <a:buNone/>
              <a:defRPr/>
            </a:lvl4pPr>
            <a:lvl5pPr marL="0" marR="0" lvl="4" indent="0" algn="ctr">
              <a:spcBef>
                <a:spcPts val="0"/>
              </a:spcBef>
              <a:spcAft>
                <a:spcPts val="0"/>
              </a:spcAft>
              <a:buSzPts val="1400"/>
              <a:buNone/>
              <a:defRPr/>
            </a:lvl5pPr>
            <a:lvl6pPr marL="457200" marR="0" lvl="5" indent="0" algn="ctr">
              <a:spcBef>
                <a:spcPts val="0"/>
              </a:spcBef>
              <a:spcAft>
                <a:spcPts val="0"/>
              </a:spcAft>
              <a:buSzPts val="1400"/>
              <a:buNone/>
              <a:defRPr/>
            </a:lvl6pPr>
            <a:lvl7pPr marL="914400" marR="0" lvl="6" indent="0" algn="ctr">
              <a:spcBef>
                <a:spcPts val="0"/>
              </a:spcBef>
              <a:spcAft>
                <a:spcPts val="0"/>
              </a:spcAft>
              <a:buSzPts val="1400"/>
              <a:buNone/>
              <a:defRPr/>
            </a:lvl7pPr>
            <a:lvl8pPr marL="1371600" marR="0" lvl="7" indent="0" algn="ctr">
              <a:spcBef>
                <a:spcPts val="0"/>
              </a:spcBef>
              <a:spcAft>
                <a:spcPts val="0"/>
              </a:spcAft>
              <a:buSzPts val="1400"/>
              <a:buNone/>
              <a:defRPr/>
            </a:lvl8pPr>
            <a:lvl9pPr marL="1828800" marR="0" lvl="8" indent="0" algn="ctr">
              <a:spcBef>
                <a:spcPts val="0"/>
              </a:spcBef>
              <a:spcAft>
                <a:spcPts val="0"/>
              </a:spcAft>
              <a:buSzPts val="1400"/>
              <a:buNone/>
              <a:defRPr/>
            </a:lvl9pPr>
          </a:lstStyle>
          <a:p>
            <a:endParaRPr/>
          </a:p>
        </p:txBody>
      </p:sp>
      <p:sp>
        <p:nvSpPr>
          <p:cNvPr id="267" name="Google Shape;267;p75"/>
          <p:cNvSpPr txBox="1">
            <a:spLocks noGrp="1"/>
          </p:cNvSpPr>
          <p:nvPr>
            <p:ph type="subTitle" idx="1"/>
          </p:nvPr>
        </p:nvSpPr>
        <p:spPr>
          <a:xfrm>
            <a:off x="1371600" y="2914650"/>
            <a:ext cx="6400800" cy="1314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640"/>
              </a:spcBef>
              <a:spcAft>
                <a:spcPts val="0"/>
              </a:spcAft>
              <a:buClr>
                <a:srgbClr val="888888"/>
              </a:buClr>
              <a:buSzPts val="1400"/>
              <a:buFont typeface="Arial"/>
              <a:buNone/>
              <a:defRPr/>
            </a:lvl1pPr>
            <a:lvl2pPr marL="457200" marR="0" lvl="1" indent="0" algn="ctr">
              <a:lnSpc>
                <a:spcPct val="100000"/>
              </a:lnSpc>
              <a:spcBef>
                <a:spcPts val="560"/>
              </a:spcBef>
              <a:spcAft>
                <a:spcPts val="0"/>
              </a:spcAft>
              <a:buClr>
                <a:srgbClr val="888888"/>
              </a:buClr>
              <a:buSzPts val="1400"/>
              <a:buFont typeface="Arial"/>
              <a:buNone/>
              <a:defRPr/>
            </a:lvl2pPr>
            <a:lvl3pPr marL="914400" marR="0" lvl="2" indent="0" algn="ctr">
              <a:lnSpc>
                <a:spcPct val="100000"/>
              </a:lnSpc>
              <a:spcBef>
                <a:spcPts val="480"/>
              </a:spcBef>
              <a:spcAft>
                <a:spcPts val="0"/>
              </a:spcAft>
              <a:buClr>
                <a:srgbClr val="888888"/>
              </a:buClr>
              <a:buSzPts val="1400"/>
              <a:buFont typeface="Arial"/>
              <a:buNone/>
              <a:defRPr/>
            </a:lvl3pPr>
            <a:lvl4pPr marL="1371600" marR="0" lvl="3" indent="0" algn="ctr">
              <a:lnSpc>
                <a:spcPct val="100000"/>
              </a:lnSpc>
              <a:spcBef>
                <a:spcPts val="400"/>
              </a:spcBef>
              <a:spcAft>
                <a:spcPts val="0"/>
              </a:spcAft>
              <a:buClr>
                <a:srgbClr val="888888"/>
              </a:buClr>
              <a:buSzPts val="1400"/>
              <a:buFont typeface="Arial"/>
              <a:buNone/>
              <a:defRPr/>
            </a:lvl4pPr>
            <a:lvl5pPr marL="1828800" marR="0" lvl="4" indent="0" algn="ctr">
              <a:lnSpc>
                <a:spcPct val="100000"/>
              </a:lnSpc>
              <a:spcBef>
                <a:spcPts val="400"/>
              </a:spcBef>
              <a:spcAft>
                <a:spcPts val="0"/>
              </a:spcAft>
              <a:buClr>
                <a:srgbClr val="888888"/>
              </a:buClr>
              <a:buSzPts val="1400"/>
              <a:buFont typeface="Arial"/>
              <a:buNone/>
              <a:defRPr/>
            </a:lvl5pPr>
            <a:lvl6pPr marL="2286000" marR="0" lvl="5" indent="0" algn="ctr">
              <a:lnSpc>
                <a:spcPct val="100000"/>
              </a:lnSpc>
              <a:spcBef>
                <a:spcPts val="400"/>
              </a:spcBef>
              <a:spcAft>
                <a:spcPts val="0"/>
              </a:spcAft>
              <a:buClr>
                <a:srgbClr val="888888"/>
              </a:buClr>
              <a:buSzPts val="1400"/>
              <a:buFont typeface="Arial"/>
              <a:buNone/>
              <a:defRPr/>
            </a:lvl6pPr>
            <a:lvl7pPr marL="2743200" marR="0" lvl="6" indent="0" algn="ctr">
              <a:lnSpc>
                <a:spcPct val="100000"/>
              </a:lnSpc>
              <a:spcBef>
                <a:spcPts val="400"/>
              </a:spcBef>
              <a:spcAft>
                <a:spcPts val="0"/>
              </a:spcAft>
              <a:buClr>
                <a:srgbClr val="888888"/>
              </a:buClr>
              <a:buSzPts val="1400"/>
              <a:buFont typeface="Arial"/>
              <a:buNone/>
              <a:defRPr/>
            </a:lvl7pPr>
            <a:lvl8pPr marL="3200400" marR="0" lvl="7" indent="0" algn="ctr">
              <a:lnSpc>
                <a:spcPct val="100000"/>
              </a:lnSpc>
              <a:spcBef>
                <a:spcPts val="400"/>
              </a:spcBef>
              <a:spcAft>
                <a:spcPts val="0"/>
              </a:spcAft>
              <a:buClr>
                <a:srgbClr val="888888"/>
              </a:buClr>
              <a:buSzPts val="1400"/>
              <a:buFont typeface="Arial"/>
              <a:buNone/>
              <a:defRPr/>
            </a:lvl8pPr>
            <a:lvl9pPr marL="3657600" marR="0" lvl="8" indent="0" algn="ctr">
              <a:lnSpc>
                <a:spcPct val="100000"/>
              </a:lnSpc>
              <a:spcBef>
                <a:spcPts val="400"/>
              </a:spcBef>
              <a:spcAft>
                <a:spcPts val="0"/>
              </a:spcAft>
              <a:buClr>
                <a:srgbClr val="888888"/>
              </a:buClr>
              <a:buSzPts val="1400"/>
              <a:buFont typeface="Arial"/>
              <a:buNone/>
              <a:defRPr/>
            </a:lvl9pPr>
          </a:lstStyle>
          <a:p>
            <a:endParaRPr/>
          </a:p>
        </p:txBody>
      </p:sp>
      <p:sp>
        <p:nvSpPr>
          <p:cNvPr id="268" name="Google Shape;268;p75"/>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69" name="Google Shape;269;p75"/>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70" name="Google Shape;270;p75"/>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Slide 2">
  <p:cSld name="TITLE_2">
    <p:bg>
      <p:bgPr>
        <a:solidFill>
          <a:srgbClr val="FFFFFF"/>
        </a:solidFill>
        <a:effectLst/>
      </p:bgPr>
    </p:bg>
    <p:spTree>
      <p:nvGrpSpPr>
        <p:cNvPr id="1" name="Shape 271"/>
        <p:cNvGrpSpPr/>
        <p:nvPr/>
      </p:nvGrpSpPr>
      <p:grpSpPr>
        <a:xfrm>
          <a:off x="0" y="0"/>
          <a:ext cx="0" cy="0"/>
          <a:chOff x="0" y="0"/>
          <a:chExt cx="0" cy="0"/>
        </a:xfrm>
      </p:grpSpPr>
      <p:sp>
        <p:nvSpPr>
          <p:cNvPr id="272" name="Google Shape;272;p76"/>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73" name="Google Shape;273;p76"/>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74" name="Google Shape;274;p76"/>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Slide 1 1 1">
  <p:cSld name="TITLE_1_1">
    <p:spTree>
      <p:nvGrpSpPr>
        <p:cNvPr id="1" name="Shape 275"/>
        <p:cNvGrpSpPr/>
        <p:nvPr/>
      </p:nvGrpSpPr>
      <p:grpSpPr>
        <a:xfrm>
          <a:off x="0" y="0"/>
          <a:ext cx="0" cy="0"/>
          <a:chOff x="0" y="0"/>
          <a:chExt cx="0" cy="0"/>
        </a:xfrm>
      </p:grpSpPr>
      <p:sp>
        <p:nvSpPr>
          <p:cNvPr id="276" name="Google Shape;276;p77"/>
          <p:cNvSpPr txBox="1">
            <a:spLocks noGrp="1"/>
          </p:cNvSpPr>
          <p:nvPr>
            <p:ph type="ctrTitle"/>
          </p:nvPr>
        </p:nvSpPr>
        <p:spPr>
          <a:xfrm>
            <a:off x="685800" y="1597818"/>
            <a:ext cx="7772400" cy="11025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Calibri"/>
              <a:buNone/>
              <a:defRPr>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400"/>
              <a:buFont typeface="Arial"/>
              <a:buNone/>
              <a:defRPr/>
            </a:lvl2pPr>
            <a:lvl3pPr marL="0" marR="0" lvl="2" indent="0" algn="ctr">
              <a:spcBef>
                <a:spcPts val="0"/>
              </a:spcBef>
              <a:spcAft>
                <a:spcPts val="0"/>
              </a:spcAft>
              <a:buSzPts val="1400"/>
              <a:buNone/>
              <a:defRPr/>
            </a:lvl3pPr>
            <a:lvl4pPr marL="0" marR="0" lvl="3" indent="0" algn="ctr">
              <a:spcBef>
                <a:spcPts val="0"/>
              </a:spcBef>
              <a:spcAft>
                <a:spcPts val="0"/>
              </a:spcAft>
              <a:buSzPts val="1400"/>
              <a:buNone/>
              <a:defRPr/>
            </a:lvl4pPr>
            <a:lvl5pPr marL="0" marR="0" lvl="4" indent="0" algn="ctr">
              <a:spcBef>
                <a:spcPts val="0"/>
              </a:spcBef>
              <a:spcAft>
                <a:spcPts val="0"/>
              </a:spcAft>
              <a:buSzPts val="1400"/>
              <a:buNone/>
              <a:defRPr/>
            </a:lvl5pPr>
            <a:lvl6pPr marL="457200" marR="0" lvl="5" indent="0" algn="ctr">
              <a:spcBef>
                <a:spcPts val="0"/>
              </a:spcBef>
              <a:spcAft>
                <a:spcPts val="0"/>
              </a:spcAft>
              <a:buSzPts val="1400"/>
              <a:buNone/>
              <a:defRPr/>
            </a:lvl6pPr>
            <a:lvl7pPr marL="914400" marR="0" lvl="6" indent="0" algn="ctr">
              <a:spcBef>
                <a:spcPts val="0"/>
              </a:spcBef>
              <a:spcAft>
                <a:spcPts val="0"/>
              </a:spcAft>
              <a:buSzPts val="1400"/>
              <a:buNone/>
              <a:defRPr/>
            </a:lvl7pPr>
            <a:lvl8pPr marL="1371600" marR="0" lvl="7" indent="0" algn="ctr">
              <a:spcBef>
                <a:spcPts val="0"/>
              </a:spcBef>
              <a:spcAft>
                <a:spcPts val="0"/>
              </a:spcAft>
              <a:buSzPts val="1400"/>
              <a:buNone/>
              <a:defRPr/>
            </a:lvl8pPr>
            <a:lvl9pPr marL="1828800" marR="0" lvl="8" indent="0" algn="ctr">
              <a:spcBef>
                <a:spcPts val="0"/>
              </a:spcBef>
              <a:spcAft>
                <a:spcPts val="0"/>
              </a:spcAft>
              <a:buSzPts val="1400"/>
              <a:buNone/>
              <a:defRPr/>
            </a:lvl9pPr>
          </a:lstStyle>
          <a:p>
            <a:endParaRPr/>
          </a:p>
        </p:txBody>
      </p:sp>
      <p:sp>
        <p:nvSpPr>
          <p:cNvPr id="277" name="Google Shape;277;p77"/>
          <p:cNvSpPr txBox="1">
            <a:spLocks noGrp="1"/>
          </p:cNvSpPr>
          <p:nvPr>
            <p:ph type="subTitle" idx="1"/>
          </p:nvPr>
        </p:nvSpPr>
        <p:spPr>
          <a:xfrm>
            <a:off x="1371600" y="2914650"/>
            <a:ext cx="6400800" cy="1314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640"/>
              </a:spcBef>
              <a:spcAft>
                <a:spcPts val="0"/>
              </a:spcAft>
              <a:buClr>
                <a:srgbClr val="888888"/>
              </a:buClr>
              <a:buSzPts val="1400"/>
              <a:buFont typeface="Arial"/>
              <a:buNone/>
              <a:defRPr/>
            </a:lvl1pPr>
            <a:lvl2pPr marL="457200" marR="0" lvl="1" indent="0" algn="ctr">
              <a:lnSpc>
                <a:spcPct val="100000"/>
              </a:lnSpc>
              <a:spcBef>
                <a:spcPts val="560"/>
              </a:spcBef>
              <a:spcAft>
                <a:spcPts val="0"/>
              </a:spcAft>
              <a:buClr>
                <a:srgbClr val="888888"/>
              </a:buClr>
              <a:buSzPts val="1400"/>
              <a:buFont typeface="Arial"/>
              <a:buNone/>
              <a:defRPr/>
            </a:lvl2pPr>
            <a:lvl3pPr marL="914400" marR="0" lvl="2" indent="0" algn="ctr">
              <a:lnSpc>
                <a:spcPct val="100000"/>
              </a:lnSpc>
              <a:spcBef>
                <a:spcPts val="480"/>
              </a:spcBef>
              <a:spcAft>
                <a:spcPts val="0"/>
              </a:spcAft>
              <a:buClr>
                <a:srgbClr val="888888"/>
              </a:buClr>
              <a:buSzPts val="1400"/>
              <a:buFont typeface="Arial"/>
              <a:buNone/>
              <a:defRPr/>
            </a:lvl3pPr>
            <a:lvl4pPr marL="1371600" marR="0" lvl="3" indent="0" algn="ctr">
              <a:lnSpc>
                <a:spcPct val="100000"/>
              </a:lnSpc>
              <a:spcBef>
                <a:spcPts val="400"/>
              </a:spcBef>
              <a:spcAft>
                <a:spcPts val="0"/>
              </a:spcAft>
              <a:buClr>
                <a:srgbClr val="888888"/>
              </a:buClr>
              <a:buSzPts val="1400"/>
              <a:buFont typeface="Arial"/>
              <a:buNone/>
              <a:defRPr/>
            </a:lvl4pPr>
            <a:lvl5pPr marL="1828800" marR="0" lvl="4" indent="0" algn="ctr">
              <a:lnSpc>
                <a:spcPct val="100000"/>
              </a:lnSpc>
              <a:spcBef>
                <a:spcPts val="400"/>
              </a:spcBef>
              <a:spcAft>
                <a:spcPts val="0"/>
              </a:spcAft>
              <a:buClr>
                <a:srgbClr val="888888"/>
              </a:buClr>
              <a:buSzPts val="1400"/>
              <a:buFont typeface="Arial"/>
              <a:buNone/>
              <a:defRPr/>
            </a:lvl5pPr>
            <a:lvl6pPr marL="2286000" marR="0" lvl="5" indent="0" algn="ctr">
              <a:lnSpc>
                <a:spcPct val="100000"/>
              </a:lnSpc>
              <a:spcBef>
                <a:spcPts val="400"/>
              </a:spcBef>
              <a:spcAft>
                <a:spcPts val="0"/>
              </a:spcAft>
              <a:buClr>
                <a:srgbClr val="888888"/>
              </a:buClr>
              <a:buSzPts val="1400"/>
              <a:buFont typeface="Arial"/>
              <a:buNone/>
              <a:defRPr/>
            </a:lvl6pPr>
            <a:lvl7pPr marL="2743200" marR="0" lvl="6" indent="0" algn="ctr">
              <a:lnSpc>
                <a:spcPct val="100000"/>
              </a:lnSpc>
              <a:spcBef>
                <a:spcPts val="400"/>
              </a:spcBef>
              <a:spcAft>
                <a:spcPts val="0"/>
              </a:spcAft>
              <a:buClr>
                <a:srgbClr val="888888"/>
              </a:buClr>
              <a:buSzPts val="1400"/>
              <a:buFont typeface="Arial"/>
              <a:buNone/>
              <a:defRPr/>
            </a:lvl7pPr>
            <a:lvl8pPr marL="3200400" marR="0" lvl="7" indent="0" algn="ctr">
              <a:lnSpc>
                <a:spcPct val="100000"/>
              </a:lnSpc>
              <a:spcBef>
                <a:spcPts val="400"/>
              </a:spcBef>
              <a:spcAft>
                <a:spcPts val="0"/>
              </a:spcAft>
              <a:buClr>
                <a:srgbClr val="888888"/>
              </a:buClr>
              <a:buSzPts val="1400"/>
              <a:buFont typeface="Arial"/>
              <a:buNone/>
              <a:defRPr/>
            </a:lvl8pPr>
            <a:lvl9pPr marL="3657600" marR="0" lvl="8" indent="0" algn="ctr">
              <a:lnSpc>
                <a:spcPct val="100000"/>
              </a:lnSpc>
              <a:spcBef>
                <a:spcPts val="400"/>
              </a:spcBef>
              <a:spcAft>
                <a:spcPts val="0"/>
              </a:spcAft>
              <a:buClr>
                <a:srgbClr val="888888"/>
              </a:buClr>
              <a:buSzPts val="1400"/>
              <a:buFont typeface="Arial"/>
              <a:buNone/>
              <a:defRPr/>
            </a:lvl9pPr>
          </a:lstStyle>
          <a:p>
            <a:endParaRPr/>
          </a:p>
        </p:txBody>
      </p:sp>
      <p:sp>
        <p:nvSpPr>
          <p:cNvPr id="278" name="Google Shape;278;p77"/>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79" name="Google Shape;279;p77"/>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80" name="Google Shape;280;p77"/>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Slide 17">
  <p:cSld name="TITLE_25">
    <p:spTree>
      <p:nvGrpSpPr>
        <p:cNvPr id="1" name="Shape 281"/>
        <p:cNvGrpSpPr/>
        <p:nvPr/>
      </p:nvGrpSpPr>
      <p:grpSpPr>
        <a:xfrm>
          <a:off x="0" y="0"/>
          <a:ext cx="0" cy="0"/>
          <a:chOff x="0" y="0"/>
          <a:chExt cx="0" cy="0"/>
        </a:xfrm>
      </p:grpSpPr>
      <p:sp>
        <p:nvSpPr>
          <p:cNvPr id="282" name="Google Shape;282;p78"/>
          <p:cNvSpPr txBox="1">
            <a:spLocks noGrp="1"/>
          </p:cNvSpPr>
          <p:nvPr>
            <p:ph type="ctrTitle"/>
          </p:nvPr>
        </p:nvSpPr>
        <p:spPr>
          <a:xfrm>
            <a:off x="685800" y="1597818"/>
            <a:ext cx="7772400" cy="11025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Calibri"/>
              <a:buNone/>
              <a:defRPr>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400"/>
              <a:buFont typeface="Arial"/>
              <a:buNone/>
              <a:defRPr/>
            </a:lvl2pPr>
            <a:lvl3pPr marL="0" marR="0" lvl="2" indent="0" algn="ctr">
              <a:spcBef>
                <a:spcPts val="0"/>
              </a:spcBef>
              <a:spcAft>
                <a:spcPts val="0"/>
              </a:spcAft>
              <a:buSzPts val="1400"/>
              <a:buNone/>
              <a:defRPr/>
            </a:lvl3pPr>
            <a:lvl4pPr marL="0" marR="0" lvl="3" indent="0" algn="ctr">
              <a:spcBef>
                <a:spcPts val="0"/>
              </a:spcBef>
              <a:spcAft>
                <a:spcPts val="0"/>
              </a:spcAft>
              <a:buSzPts val="1400"/>
              <a:buNone/>
              <a:defRPr/>
            </a:lvl4pPr>
            <a:lvl5pPr marL="0" marR="0" lvl="4" indent="0" algn="ctr">
              <a:spcBef>
                <a:spcPts val="0"/>
              </a:spcBef>
              <a:spcAft>
                <a:spcPts val="0"/>
              </a:spcAft>
              <a:buSzPts val="1400"/>
              <a:buNone/>
              <a:defRPr/>
            </a:lvl5pPr>
            <a:lvl6pPr marL="457200" marR="0" lvl="5" indent="0" algn="ctr">
              <a:spcBef>
                <a:spcPts val="0"/>
              </a:spcBef>
              <a:spcAft>
                <a:spcPts val="0"/>
              </a:spcAft>
              <a:buSzPts val="1400"/>
              <a:buNone/>
              <a:defRPr/>
            </a:lvl6pPr>
            <a:lvl7pPr marL="914400" marR="0" lvl="6" indent="0" algn="ctr">
              <a:spcBef>
                <a:spcPts val="0"/>
              </a:spcBef>
              <a:spcAft>
                <a:spcPts val="0"/>
              </a:spcAft>
              <a:buSzPts val="1400"/>
              <a:buNone/>
              <a:defRPr/>
            </a:lvl7pPr>
            <a:lvl8pPr marL="1371600" marR="0" lvl="7" indent="0" algn="ctr">
              <a:spcBef>
                <a:spcPts val="0"/>
              </a:spcBef>
              <a:spcAft>
                <a:spcPts val="0"/>
              </a:spcAft>
              <a:buSzPts val="1400"/>
              <a:buNone/>
              <a:defRPr/>
            </a:lvl8pPr>
            <a:lvl9pPr marL="1828800" marR="0" lvl="8" indent="0" algn="ctr">
              <a:spcBef>
                <a:spcPts val="0"/>
              </a:spcBef>
              <a:spcAft>
                <a:spcPts val="0"/>
              </a:spcAft>
              <a:buSzPts val="1400"/>
              <a:buNone/>
              <a:defRPr/>
            </a:lvl9pPr>
          </a:lstStyle>
          <a:p>
            <a:endParaRPr/>
          </a:p>
        </p:txBody>
      </p:sp>
      <p:sp>
        <p:nvSpPr>
          <p:cNvPr id="283" name="Google Shape;283;p78"/>
          <p:cNvSpPr txBox="1">
            <a:spLocks noGrp="1"/>
          </p:cNvSpPr>
          <p:nvPr>
            <p:ph type="subTitle" idx="1"/>
          </p:nvPr>
        </p:nvSpPr>
        <p:spPr>
          <a:xfrm>
            <a:off x="1371600" y="2914650"/>
            <a:ext cx="6400800" cy="1314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640"/>
              </a:spcBef>
              <a:spcAft>
                <a:spcPts val="0"/>
              </a:spcAft>
              <a:buClr>
                <a:srgbClr val="888888"/>
              </a:buClr>
              <a:buSzPts val="1400"/>
              <a:buFont typeface="Arial"/>
              <a:buNone/>
              <a:defRPr/>
            </a:lvl1pPr>
            <a:lvl2pPr marL="457200" marR="0" lvl="1" indent="0" algn="ctr">
              <a:lnSpc>
                <a:spcPct val="100000"/>
              </a:lnSpc>
              <a:spcBef>
                <a:spcPts val="560"/>
              </a:spcBef>
              <a:spcAft>
                <a:spcPts val="0"/>
              </a:spcAft>
              <a:buClr>
                <a:srgbClr val="888888"/>
              </a:buClr>
              <a:buSzPts val="1400"/>
              <a:buFont typeface="Arial"/>
              <a:buNone/>
              <a:defRPr/>
            </a:lvl2pPr>
            <a:lvl3pPr marL="914400" marR="0" lvl="2" indent="0" algn="ctr">
              <a:lnSpc>
                <a:spcPct val="100000"/>
              </a:lnSpc>
              <a:spcBef>
                <a:spcPts val="480"/>
              </a:spcBef>
              <a:spcAft>
                <a:spcPts val="0"/>
              </a:spcAft>
              <a:buClr>
                <a:srgbClr val="888888"/>
              </a:buClr>
              <a:buSzPts val="1400"/>
              <a:buFont typeface="Arial"/>
              <a:buNone/>
              <a:defRPr/>
            </a:lvl3pPr>
            <a:lvl4pPr marL="1371600" marR="0" lvl="3" indent="0" algn="ctr">
              <a:lnSpc>
                <a:spcPct val="100000"/>
              </a:lnSpc>
              <a:spcBef>
                <a:spcPts val="400"/>
              </a:spcBef>
              <a:spcAft>
                <a:spcPts val="0"/>
              </a:spcAft>
              <a:buClr>
                <a:srgbClr val="888888"/>
              </a:buClr>
              <a:buSzPts val="1400"/>
              <a:buFont typeface="Arial"/>
              <a:buNone/>
              <a:defRPr/>
            </a:lvl4pPr>
            <a:lvl5pPr marL="1828800" marR="0" lvl="4" indent="0" algn="ctr">
              <a:lnSpc>
                <a:spcPct val="100000"/>
              </a:lnSpc>
              <a:spcBef>
                <a:spcPts val="400"/>
              </a:spcBef>
              <a:spcAft>
                <a:spcPts val="0"/>
              </a:spcAft>
              <a:buClr>
                <a:srgbClr val="888888"/>
              </a:buClr>
              <a:buSzPts val="1400"/>
              <a:buFont typeface="Arial"/>
              <a:buNone/>
              <a:defRPr/>
            </a:lvl5pPr>
            <a:lvl6pPr marL="2286000" marR="0" lvl="5" indent="0" algn="ctr">
              <a:lnSpc>
                <a:spcPct val="100000"/>
              </a:lnSpc>
              <a:spcBef>
                <a:spcPts val="400"/>
              </a:spcBef>
              <a:spcAft>
                <a:spcPts val="0"/>
              </a:spcAft>
              <a:buClr>
                <a:srgbClr val="888888"/>
              </a:buClr>
              <a:buSzPts val="1400"/>
              <a:buFont typeface="Arial"/>
              <a:buNone/>
              <a:defRPr/>
            </a:lvl6pPr>
            <a:lvl7pPr marL="2743200" marR="0" lvl="6" indent="0" algn="ctr">
              <a:lnSpc>
                <a:spcPct val="100000"/>
              </a:lnSpc>
              <a:spcBef>
                <a:spcPts val="400"/>
              </a:spcBef>
              <a:spcAft>
                <a:spcPts val="0"/>
              </a:spcAft>
              <a:buClr>
                <a:srgbClr val="888888"/>
              </a:buClr>
              <a:buSzPts val="1400"/>
              <a:buFont typeface="Arial"/>
              <a:buNone/>
              <a:defRPr/>
            </a:lvl7pPr>
            <a:lvl8pPr marL="3200400" marR="0" lvl="7" indent="0" algn="ctr">
              <a:lnSpc>
                <a:spcPct val="100000"/>
              </a:lnSpc>
              <a:spcBef>
                <a:spcPts val="400"/>
              </a:spcBef>
              <a:spcAft>
                <a:spcPts val="0"/>
              </a:spcAft>
              <a:buClr>
                <a:srgbClr val="888888"/>
              </a:buClr>
              <a:buSzPts val="1400"/>
              <a:buFont typeface="Arial"/>
              <a:buNone/>
              <a:defRPr/>
            </a:lvl8pPr>
            <a:lvl9pPr marL="3657600" marR="0" lvl="8" indent="0" algn="ctr">
              <a:lnSpc>
                <a:spcPct val="100000"/>
              </a:lnSpc>
              <a:spcBef>
                <a:spcPts val="400"/>
              </a:spcBef>
              <a:spcAft>
                <a:spcPts val="0"/>
              </a:spcAft>
              <a:buClr>
                <a:srgbClr val="888888"/>
              </a:buClr>
              <a:buSzPts val="1400"/>
              <a:buFont typeface="Arial"/>
              <a:buNone/>
              <a:defRPr/>
            </a:lvl9pPr>
          </a:lstStyle>
          <a:p>
            <a:endParaRPr/>
          </a:p>
        </p:txBody>
      </p:sp>
      <p:sp>
        <p:nvSpPr>
          <p:cNvPr id="284" name="Google Shape;284;p78"/>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85" name="Google Shape;285;p78"/>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86" name="Google Shape;286;p78"/>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Slide 3">
  <p:cSld name="TITLE_26">
    <p:bg>
      <p:bgPr>
        <a:solidFill>
          <a:srgbClr val="FFFFFF"/>
        </a:solidFill>
        <a:effectLst/>
      </p:bgPr>
    </p:bg>
    <p:spTree>
      <p:nvGrpSpPr>
        <p:cNvPr id="1" name="Shape 287"/>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Slide 1">
  <p:cSld name="TITLE_27">
    <p:bg>
      <p:bgPr>
        <a:solidFill>
          <a:srgbClr val="FFFFFF"/>
        </a:solidFill>
        <a:effectLst/>
      </p:bgPr>
    </p:bg>
    <p:spTree>
      <p:nvGrpSpPr>
        <p:cNvPr id="1" name="Shape 288"/>
        <p:cNvGrpSpPr/>
        <p:nvPr/>
      </p:nvGrpSpPr>
      <p:grpSpPr>
        <a:xfrm>
          <a:off x="0" y="0"/>
          <a:ext cx="0" cy="0"/>
          <a:chOff x="0" y="0"/>
          <a:chExt cx="0" cy="0"/>
        </a:xfrm>
      </p:grpSpPr>
      <p:sp>
        <p:nvSpPr>
          <p:cNvPr id="289" name="Google Shape;289;p80"/>
          <p:cNvSpPr txBox="1">
            <a:spLocks noGrp="1"/>
          </p:cNvSpPr>
          <p:nvPr>
            <p:ph type="dt" idx="10"/>
          </p:nvPr>
        </p:nvSpPr>
        <p:spPr>
          <a:xfrm>
            <a:off x="457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90" name="Google Shape;290;p80"/>
          <p:cNvSpPr txBox="1">
            <a:spLocks noGrp="1"/>
          </p:cNvSpPr>
          <p:nvPr>
            <p:ph type="ftr" idx="11"/>
          </p:nvPr>
        </p:nvSpPr>
        <p:spPr>
          <a:xfrm>
            <a:off x="3124200" y="4767262"/>
            <a:ext cx="2895600" cy="2739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400"/>
              <a:buFont typeface="Arial"/>
              <a:buNone/>
              <a:defRPr/>
            </a:lvl1pPr>
            <a:lvl2pPr marL="457200" marR="0" lvl="1" indent="0" algn="l">
              <a:lnSpc>
                <a:spcPct val="100000"/>
              </a:lnSpc>
              <a:spcBef>
                <a:spcPts val="0"/>
              </a:spcBef>
              <a:spcAft>
                <a:spcPts val="0"/>
              </a:spcAft>
              <a:buClr>
                <a:srgbClr val="000000"/>
              </a:buClr>
              <a:buSzPts val="1400"/>
              <a:buFont typeface="Arial"/>
              <a:buNone/>
              <a:defRPr/>
            </a:lvl2pPr>
            <a:lvl3pPr marL="914400" marR="0" lvl="2" indent="0" algn="l">
              <a:lnSpc>
                <a:spcPct val="100000"/>
              </a:lnSpc>
              <a:spcBef>
                <a:spcPts val="0"/>
              </a:spcBef>
              <a:spcAft>
                <a:spcPts val="0"/>
              </a:spcAft>
              <a:buClr>
                <a:srgbClr val="000000"/>
              </a:buClr>
              <a:buSzPts val="1400"/>
              <a:buFont typeface="Arial"/>
              <a:buNone/>
              <a:defRPr/>
            </a:lvl3pPr>
            <a:lvl4pPr marL="1371600" marR="0" lvl="3" indent="0" algn="l">
              <a:lnSpc>
                <a:spcPct val="100000"/>
              </a:lnSpc>
              <a:spcBef>
                <a:spcPts val="0"/>
              </a:spcBef>
              <a:spcAft>
                <a:spcPts val="0"/>
              </a:spcAft>
              <a:buClr>
                <a:srgbClr val="000000"/>
              </a:buClr>
              <a:buSzPts val="1400"/>
              <a:buFont typeface="Arial"/>
              <a:buNone/>
              <a:defRPr/>
            </a:lvl4pPr>
            <a:lvl5pPr marL="1828800" marR="0" lvl="4" indent="0" algn="l">
              <a:lnSpc>
                <a:spcPct val="100000"/>
              </a:lnSpc>
              <a:spcBef>
                <a:spcPts val="0"/>
              </a:spcBef>
              <a:spcAft>
                <a:spcPts val="0"/>
              </a:spcAft>
              <a:buClr>
                <a:srgbClr val="000000"/>
              </a:buClr>
              <a:buSzPts val="1400"/>
              <a:buFont typeface="Arial"/>
              <a:buNone/>
              <a:defRPr/>
            </a:lvl5pPr>
            <a:lvl6pPr marL="2286000" marR="0" lvl="5" indent="0" algn="l">
              <a:lnSpc>
                <a:spcPct val="100000"/>
              </a:lnSpc>
              <a:spcBef>
                <a:spcPts val="0"/>
              </a:spcBef>
              <a:spcAft>
                <a:spcPts val="0"/>
              </a:spcAft>
              <a:buClr>
                <a:srgbClr val="000000"/>
              </a:buClr>
              <a:buSzPts val="1400"/>
              <a:buFont typeface="Arial"/>
              <a:buNone/>
              <a:defRPr/>
            </a:lvl6pPr>
            <a:lvl7pPr marL="2743200" marR="0" lvl="6" indent="0" algn="l">
              <a:lnSpc>
                <a:spcPct val="100000"/>
              </a:lnSpc>
              <a:spcBef>
                <a:spcPts val="0"/>
              </a:spcBef>
              <a:spcAft>
                <a:spcPts val="0"/>
              </a:spcAft>
              <a:buClr>
                <a:srgbClr val="000000"/>
              </a:buClr>
              <a:buSzPts val="1400"/>
              <a:buFont typeface="Arial"/>
              <a:buNone/>
              <a:defRPr/>
            </a:lvl7pPr>
            <a:lvl8pPr marL="3200400" marR="0" lvl="7" indent="0" algn="l">
              <a:lnSpc>
                <a:spcPct val="100000"/>
              </a:lnSpc>
              <a:spcBef>
                <a:spcPts val="0"/>
              </a:spcBef>
              <a:spcAft>
                <a:spcPts val="0"/>
              </a:spcAft>
              <a:buClr>
                <a:srgbClr val="000000"/>
              </a:buClr>
              <a:buSzPts val="1400"/>
              <a:buFont typeface="Arial"/>
              <a:buNone/>
              <a:defRPr/>
            </a:lvl8pPr>
            <a:lvl9pPr marL="3657600" marR="0" lvl="8" indent="0" algn="l">
              <a:lnSpc>
                <a:spcPct val="100000"/>
              </a:lnSpc>
              <a:spcBef>
                <a:spcPts val="0"/>
              </a:spcBef>
              <a:spcAft>
                <a:spcPts val="0"/>
              </a:spcAft>
              <a:buClr>
                <a:srgbClr val="000000"/>
              </a:buClr>
              <a:buSzPts val="1400"/>
              <a:buFont typeface="Arial"/>
              <a:buNone/>
              <a:defRPr/>
            </a:lvl9pPr>
          </a:lstStyle>
          <a:p>
            <a:endParaRPr/>
          </a:p>
        </p:txBody>
      </p:sp>
      <p:sp>
        <p:nvSpPr>
          <p:cNvPr id="291" name="Google Shape;291;p80"/>
          <p:cNvSpPr txBox="1">
            <a:spLocks noGrp="1"/>
          </p:cNvSpPr>
          <p:nvPr>
            <p:ph type="sldNum" idx="12"/>
          </p:nvPr>
        </p:nvSpPr>
        <p:spPr>
          <a:xfrm>
            <a:off x="6553200" y="4767262"/>
            <a:ext cx="2133600" cy="2739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None/>
              <a:defRPr/>
            </a:lvl1pPr>
            <a:lvl2pPr marL="0" marR="0" lvl="1" indent="0" algn="l">
              <a:lnSpc>
                <a:spcPct val="100000"/>
              </a:lnSpc>
              <a:spcBef>
                <a:spcPts val="0"/>
              </a:spcBef>
              <a:spcAft>
                <a:spcPts val="0"/>
              </a:spcAft>
              <a:buNone/>
              <a:defRPr/>
            </a:lvl2pPr>
            <a:lvl3pPr marL="0" marR="0" lvl="2" indent="0" algn="l">
              <a:lnSpc>
                <a:spcPct val="100000"/>
              </a:lnSpc>
              <a:spcBef>
                <a:spcPts val="0"/>
              </a:spcBef>
              <a:spcAft>
                <a:spcPts val="0"/>
              </a:spcAft>
              <a:buNone/>
              <a:defRPr/>
            </a:lvl3pPr>
            <a:lvl4pPr marL="0" marR="0" lvl="3" indent="0" algn="l">
              <a:lnSpc>
                <a:spcPct val="100000"/>
              </a:lnSpc>
              <a:spcBef>
                <a:spcPts val="0"/>
              </a:spcBef>
              <a:spcAft>
                <a:spcPts val="0"/>
              </a:spcAft>
              <a:buNone/>
              <a:defRPr/>
            </a:lvl4pPr>
            <a:lvl5pPr marL="0" marR="0" lvl="4" indent="0" algn="l">
              <a:lnSpc>
                <a:spcPct val="100000"/>
              </a:lnSpc>
              <a:spcBef>
                <a:spcPts val="0"/>
              </a:spcBef>
              <a:spcAft>
                <a:spcPts val="0"/>
              </a:spcAft>
              <a:buNone/>
              <a:defRPr/>
            </a:lvl5pPr>
            <a:lvl6pPr marL="0" marR="0" lvl="5" indent="0" algn="l">
              <a:lnSpc>
                <a:spcPct val="100000"/>
              </a:lnSpc>
              <a:spcBef>
                <a:spcPts val="0"/>
              </a:spcBef>
              <a:spcAft>
                <a:spcPts val="0"/>
              </a:spcAft>
              <a:buNone/>
              <a:defRPr/>
            </a:lvl6pPr>
            <a:lvl7pPr marL="0" marR="0" lvl="6" indent="0" algn="l">
              <a:lnSpc>
                <a:spcPct val="100000"/>
              </a:lnSpc>
              <a:spcBef>
                <a:spcPts val="0"/>
              </a:spcBef>
              <a:spcAft>
                <a:spcPts val="0"/>
              </a:spcAft>
              <a:buNone/>
              <a:defRPr/>
            </a:lvl7pPr>
            <a:lvl8pPr marL="0" marR="0" lvl="7" indent="0" algn="l">
              <a:lnSpc>
                <a:spcPct val="100000"/>
              </a:lnSpc>
              <a:spcBef>
                <a:spcPts val="0"/>
              </a:spcBef>
              <a:spcAft>
                <a:spcPts val="0"/>
              </a:spcAft>
              <a:buNone/>
              <a:defRPr/>
            </a:lvl8pPr>
            <a:lvl9pPr marL="0" marR="0" lvl="8" indent="0" algn="l">
              <a:lnSpc>
                <a:spcPct val="100000"/>
              </a:lnSpc>
              <a:spcBef>
                <a:spcPts val="0"/>
              </a:spcBef>
              <a:spcAft>
                <a:spcPts val="0"/>
              </a:spcAft>
              <a:buNone/>
              <a:defRPr/>
            </a:lvl9pPr>
          </a:lstStyle>
          <a:p>
            <a:pPr marL="0" lvl="0" indent="0" algn="l" rtl="0">
              <a:spcBef>
                <a:spcPts val="0"/>
              </a:spcBef>
              <a:spcAft>
                <a:spcPts val="0"/>
              </a:spcAft>
              <a:buClr>
                <a:srgbClr val="000000"/>
              </a:buClr>
              <a:buSzPts val="1400"/>
              <a:buFont typeface="Arial"/>
              <a:buNone/>
            </a:pPr>
            <a:endParaRPr/>
          </a:p>
          <a:p>
            <a:pPr marL="0" lvl="1" indent="0" algn="l" rtl="0">
              <a:spcBef>
                <a:spcPts val="0"/>
              </a:spcBef>
              <a:spcAft>
                <a:spcPts val="0"/>
              </a:spcAft>
              <a:buClr>
                <a:srgbClr val="000000"/>
              </a:buClr>
              <a:buSzPts val="1400"/>
              <a:buFont typeface="Arial"/>
              <a:buNone/>
            </a:pPr>
            <a:endParaRPr/>
          </a:p>
          <a:p>
            <a:pPr marL="0" lvl="2" indent="0" algn="l" rtl="0">
              <a:spcBef>
                <a:spcPts val="0"/>
              </a:spcBef>
              <a:spcAft>
                <a:spcPts val="0"/>
              </a:spcAft>
              <a:buClr>
                <a:srgbClr val="000000"/>
              </a:buClr>
              <a:buSzPts val="1400"/>
              <a:buFont typeface="Arial"/>
              <a:buNone/>
            </a:pPr>
            <a:endParaRPr/>
          </a:p>
          <a:p>
            <a:pPr marL="0" lvl="3" indent="0" algn="l" rtl="0">
              <a:spcBef>
                <a:spcPts val="0"/>
              </a:spcBef>
              <a:spcAft>
                <a:spcPts val="0"/>
              </a:spcAft>
              <a:buClr>
                <a:srgbClr val="000000"/>
              </a:buClr>
              <a:buSzPts val="1400"/>
              <a:buFont typeface="Arial"/>
              <a:buNone/>
            </a:pPr>
            <a:endParaRPr/>
          </a:p>
          <a:p>
            <a:pPr marL="0" lvl="4" indent="0" algn="l" rtl="0">
              <a:spcBef>
                <a:spcPts val="0"/>
              </a:spcBef>
              <a:spcAft>
                <a:spcPts val="0"/>
              </a:spcAft>
              <a:buClr>
                <a:srgbClr val="000000"/>
              </a:buClr>
              <a:buSzPts val="1400"/>
              <a:buFont typeface="Arial"/>
              <a:buNone/>
            </a:pPr>
            <a:endParaRPr/>
          </a:p>
          <a:p>
            <a:pPr marL="0" lvl="5" indent="0" algn="l" rtl="0">
              <a:spcBef>
                <a:spcPts val="0"/>
              </a:spcBef>
              <a:spcAft>
                <a:spcPts val="0"/>
              </a:spcAft>
              <a:buClr>
                <a:srgbClr val="000000"/>
              </a:buClr>
              <a:buSzPts val="1400"/>
              <a:buFont typeface="Arial"/>
              <a:buNone/>
            </a:pPr>
            <a:endParaRPr/>
          </a:p>
          <a:p>
            <a:pPr marL="0" lvl="6" indent="0" algn="l" rtl="0">
              <a:spcBef>
                <a:spcPts val="0"/>
              </a:spcBef>
              <a:spcAft>
                <a:spcPts val="0"/>
              </a:spcAft>
              <a:buClr>
                <a:srgbClr val="000000"/>
              </a:buClr>
              <a:buSzPts val="1400"/>
              <a:buFont typeface="Arial"/>
              <a:buNone/>
            </a:pPr>
            <a:endParaRPr/>
          </a:p>
          <a:p>
            <a:pPr marL="0" lvl="7" indent="0" algn="l" rtl="0">
              <a:spcBef>
                <a:spcPts val="0"/>
              </a:spcBef>
              <a:spcAft>
                <a:spcPts val="0"/>
              </a:spcAft>
              <a:buClr>
                <a:srgbClr val="000000"/>
              </a:buClr>
              <a:buSzPts val="1400"/>
              <a:buFont typeface="Arial"/>
              <a:buNone/>
            </a:pPr>
            <a:endParaRPr/>
          </a:p>
          <a:p>
            <a:pPr marL="0" lvl="8" indent="0" algn="l" rtl="0">
              <a:spcBef>
                <a:spcPts val="0"/>
              </a:spcBef>
              <a:spcAft>
                <a:spcPts val="0"/>
              </a:spcAft>
              <a:buClr>
                <a:srgbClr val="000000"/>
              </a:buClr>
              <a:buSzPts val="1400"/>
              <a:buFont typeface="Arial"/>
              <a:buNone/>
            </a:pP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jp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4.jp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4.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21" Type="http://schemas.openxmlformats.org/officeDocument/2006/relationships/slideLayout" Target="../slideLayouts/slideLayout59.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theme" Target="../theme/theme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slideLayout" Target="../slideLayouts/slideLayout62.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image" Target="../media/image4.jpg"/></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6">
            <a:alphaModFix/>
          </a:blip>
          <a:srcRect t="91484" r="53078"/>
          <a:stretch/>
        </p:blipFill>
        <p:spPr>
          <a:xfrm>
            <a:off x="0" y="4210050"/>
            <a:ext cx="9144000" cy="933451"/>
          </a:xfrm>
          <a:prstGeom prst="rect">
            <a:avLst/>
          </a:prstGeom>
          <a:noFill/>
          <a:ln>
            <a:noFill/>
          </a:ln>
        </p:spPr>
      </p:pic>
      <p:pic>
        <p:nvPicPr>
          <p:cNvPr id="52" name="Google Shape;52;p13" descr="white-print-web-trinity.png"/>
          <p:cNvPicPr preferRelativeResize="0"/>
          <p:nvPr/>
        </p:nvPicPr>
        <p:blipFill>
          <a:blip r:embed="rId7">
            <a:alphaModFix/>
          </a:blip>
          <a:stretch>
            <a:fillRect/>
          </a:stretch>
        </p:blipFill>
        <p:spPr>
          <a:xfrm>
            <a:off x="693950" y="4259150"/>
            <a:ext cx="2420850" cy="835225"/>
          </a:xfrm>
          <a:prstGeom prst="rect">
            <a:avLst/>
          </a:prstGeom>
          <a:noFill/>
          <a:ln>
            <a:noFill/>
          </a:ln>
        </p:spPr>
      </p:pic>
      <p:sp>
        <p:nvSpPr>
          <p:cNvPr id="53" name="Google Shape;53;p13"/>
          <p:cNvSpPr txBox="1"/>
          <p:nvPr/>
        </p:nvSpPr>
        <p:spPr>
          <a:xfrm>
            <a:off x="0" y="4210000"/>
            <a:ext cx="9144000" cy="933300"/>
          </a:xfrm>
          <a:prstGeom prst="rect">
            <a:avLst/>
          </a:prstGeom>
          <a:noFill/>
          <a:ln>
            <a:noFill/>
          </a:ln>
        </p:spPr>
        <p:txBody>
          <a:bodyPr spcFirstLastPara="1" wrap="square" lIns="91425" tIns="91425" rIns="91425" bIns="91425" anchor="ctr" anchorCtr="0">
            <a:noAutofit/>
          </a:bodyPr>
          <a:lstStyle/>
          <a:p>
            <a:pPr marL="1371600" lvl="0" indent="-457200" algn="r" rtl="0">
              <a:spcBef>
                <a:spcPts val="0"/>
              </a:spcBef>
              <a:spcAft>
                <a:spcPts val="0"/>
              </a:spcAft>
              <a:buNone/>
            </a:pPr>
            <a:r>
              <a:rPr lang="en" sz="1000" i="1">
                <a:solidFill>
                  <a:srgbClr val="FFFFFF"/>
                </a:solidFill>
                <a:latin typeface="Calibri"/>
                <a:ea typeface="Calibri"/>
                <a:cs typeface="Calibri"/>
                <a:sym typeface="Calibri"/>
              </a:rPr>
              <a:t>References go here... </a:t>
            </a:r>
            <a:endParaRPr i="1">
              <a:solidFill>
                <a:srgbClr val="FFFFFF"/>
              </a:solidFill>
              <a:latin typeface="Calibri"/>
              <a:ea typeface="Calibri"/>
              <a:cs typeface="Calibri"/>
              <a:sym typeface="Calibri"/>
            </a:endParaRPr>
          </a:p>
        </p:txBody>
      </p:sp>
      <p:sp>
        <p:nvSpPr>
          <p:cNvPr id="54" name="Google Shape;54;p13"/>
          <p:cNvSpPr txBox="1"/>
          <p:nvPr/>
        </p:nvSpPr>
        <p:spPr>
          <a:xfrm>
            <a:off x="0" y="0"/>
            <a:ext cx="9144000" cy="4209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Font typeface="Arial"/>
              <a:buNone/>
            </a:pPr>
            <a:r>
              <a:rPr lang="en" sz="3600">
                <a:latin typeface="Calibri"/>
                <a:ea typeface="Calibri"/>
                <a:cs typeface="Calibri"/>
                <a:sym typeface="Calibri"/>
              </a:rPr>
              <a:t>Template Talk</a:t>
            </a:r>
            <a:endParaRPr sz="3600">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Lst>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stretch>
            <a:fillRect/>
          </a:stretch>
        </a:blipFill>
        <a:effectLst/>
      </p:bgPr>
    </p:bg>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marL="0" marR="0" lvl="0" indent="0" algn="l">
              <a:lnSpc>
                <a:spcPct val="100000"/>
              </a:lnSpc>
              <a:spcBef>
                <a:spcPts val="0"/>
              </a:spcBef>
              <a:spcAft>
                <a:spcPts val="0"/>
              </a:spcAft>
              <a:buClr>
                <a:schemeClr val="dk1"/>
              </a:buClr>
              <a:buSzPts val="1400"/>
              <a:buFont typeface="Arial"/>
              <a:buNone/>
              <a:defRPr/>
            </a:lvl1pPr>
            <a:lvl2pPr marL="0" marR="0" lvl="1" indent="0" algn="l">
              <a:lnSpc>
                <a:spcPct val="100000"/>
              </a:lnSpc>
              <a:spcBef>
                <a:spcPts val="0"/>
              </a:spcBef>
              <a:spcAft>
                <a:spcPts val="0"/>
              </a:spcAft>
              <a:buClr>
                <a:schemeClr val="dk1"/>
              </a:buClr>
              <a:buSzPts val="1400"/>
              <a:buFont typeface="Arial"/>
              <a:buNone/>
              <a:defRPr/>
            </a:lvl2pPr>
            <a:lvl3pPr marL="0" marR="0" lvl="2" indent="0" algn="l">
              <a:spcBef>
                <a:spcPts val="0"/>
              </a:spcBef>
              <a:spcAft>
                <a:spcPts val="0"/>
              </a:spcAft>
              <a:buClr>
                <a:schemeClr val="dk1"/>
              </a:buClr>
              <a:buSzPts val="1400"/>
              <a:buFont typeface="Arial"/>
              <a:buNone/>
              <a:defRPr/>
            </a:lvl3pPr>
            <a:lvl4pPr marL="0" marR="0" lvl="3" indent="0" algn="l">
              <a:spcBef>
                <a:spcPts val="0"/>
              </a:spcBef>
              <a:spcAft>
                <a:spcPts val="0"/>
              </a:spcAft>
              <a:buClr>
                <a:schemeClr val="dk1"/>
              </a:buClr>
              <a:buSzPts val="1400"/>
              <a:buFont typeface="Arial"/>
              <a:buNone/>
              <a:defRPr/>
            </a:lvl4pPr>
            <a:lvl5pPr marL="0" marR="0" lvl="4" indent="0" algn="l">
              <a:spcBef>
                <a:spcPts val="0"/>
              </a:spcBef>
              <a:spcAft>
                <a:spcPts val="0"/>
              </a:spcAft>
              <a:buClr>
                <a:schemeClr val="dk1"/>
              </a:buClr>
              <a:buSzPts val="1400"/>
              <a:buFont typeface="Arial"/>
              <a:buNone/>
              <a:defRPr/>
            </a:lvl5pPr>
            <a:lvl6pPr marL="0" marR="0" lvl="5" indent="0" algn="l">
              <a:spcBef>
                <a:spcPts val="0"/>
              </a:spcBef>
              <a:spcAft>
                <a:spcPts val="0"/>
              </a:spcAft>
              <a:buClr>
                <a:schemeClr val="dk1"/>
              </a:buClr>
              <a:buSzPts val="1400"/>
              <a:buFont typeface="Arial"/>
              <a:buNone/>
              <a:defRPr/>
            </a:lvl6pPr>
            <a:lvl7pPr marL="0" marR="0" lvl="6" indent="0" algn="l">
              <a:spcBef>
                <a:spcPts val="0"/>
              </a:spcBef>
              <a:spcAft>
                <a:spcPts val="0"/>
              </a:spcAft>
              <a:buClr>
                <a:schemeClr val="dk1"/>
              </a:buClr>
              <a:buSzPts val="1400"/>
              <a:buFont typeface="Arial"/>
              <a:buNone/>
              <a:defRPr/>
            </a:lvl7pPr>
            <a:lvl8pPr marL="0" marR="0" lvl="7" indent="0" algn="l">
              <a:spcBef>
                <a:spcPts val="0"/>
              </a:spcBef>
              <a:spcAft>
                <a:spcPts val="0"/>
              </a:spcAft>
              <a:buClr>
                <a:schemeClr val="dk1"/>
              </a:buClr>
              <a:buSzPts val="1400"/>
              <a:buFont typeface="Arial"/>
              <a:buNone/>
              <a:defRPr/>
            </a:lvl8pPr>
            <a:lvl9pPr marL="0" marR="0" lvl="8" indent="0" algn="l">
              <a:spcBef>
                <a:spcPts val="0"/>
              </a:spcBef>
              <a:spcAft>
                <a:spcPts val="0"/>
              </a:spcAft>
              <a:buClr>
                <a:schemeClr val="dk1"/>
              </a:buClr>
              <a:buSzPts val="1400"/>
              <a:buFont typeface="Arial"/>
              <a:buNone/>
              <a:defRPr/>
            </a:lvl9pPr>
          </a:lstStyle>
          <a:p>
            <a:endParaRPr/>
          </a:p>
        </p:txBody>
      </p:sp>
      <p:sp>
        <p:nvSpPr>
          <p:cNvPr id="69" name="Google Shape;69;p18"/>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marR="0" lvl="0" indent="-317500" algn="l">
              <a:lnSpc>
                <a:spcPct val="100000"/>
              </a:lnSpc>
              <a:spcBef>
                <a:spcPts val="600"/>
              </a:spcBef>
              <a:spcAft>
                <a:spcPts val="0"/>
              </a:spcAft>
              <a:buClr>
                <a:schemeClr val="dk1"/>
              </a:buClr>
              <a:buSzPts val="1400"/>
              <a:buFont typeface="Arial"/>
              <a:buChar char="●"/>
              <a:defRPr/>
            </a:lvl1pPr>
            <a:lvl2pPr marL="914400" marR="0" lvl="1" indent="-317500" algn="l">
              <a:lnSpc>
                <a:spcPct val="100000"/>
              </a:lnSpc>
              <a:spcBef>
                <a:spcPts val="480"/>
              </a:spcBef>
              <a:spcAft>
                <a:spcPts val="0"/>
              </a:spcAft>
              <a:buClr>
                <a:schemeClr val="dk1"/>
              </a:buClr>
              <a:buSzPts val="1400"/>
              <a:buFont typeface="Courier New"/>
              <a:buChar char="o"/>
              <a:defRPr/>
            </a:lvl2pPr>
            <a:lvl3pPr marL="1371600" marR="0" lvl="2" indent="-317500" algn="l">
              <a:lnSpc>
                <a:spcPct val="100000"/>
              </a:lnSpc>
              <a:spcBef>
                <a:spcPts val="480"/>
              </a:spcBef>
              <a:spcAft>
                <a:spcPts val="0"/>
              </a:spcAft>
              <a:buClr>
                <a:schemeClr val="dk1"/>
              </a:buClr>
              <a:buSzPts val="1400"/>
              <a:buFont typeface="Noto Symbol"/>
              <a:buChar char="▪"/>
              <a:defRPr/>
            </a:lvl3pPr>
            <a:lvl4pPr marL="1828800" marR="0" lvl="3" indent="-317500" algn="l">
              <a:lnSpc>
                <a:spcPct val="100000"/>
              </a:lnSpc>
              <a:spcBef>
                <a:spcPts val="360"/>
              </a:spcBef>
              <a:spcAft>
                <a:spcPts val="0"/>
              </a:spcAft>
              <a:buClr>
                <a:schemeClr val="dk1"/>
              </a:buClr>
              <a:buSzPts val="1400"/>
              <a:buFont typeface="Arial"/>
              <a:buChar char="●"/>
              <a:defRPr/>
            </a:lvl4pPr>
            <a:lvl5pPr marL="2286000" marR="0" lvl="4" indent="-317500" algn="l">
              <a:lnSpc>
                <a:spcPct val="100000"/>
              </a:lnSpc>
              <a:spcBef>
                <a:spcPts val="360"/>
              </a:spcBef>
              <a:spcAft>
                <a:spcPts val="0"/>
              </a:spcAft>
              <a:buClr>
                <a:schemeClr val="dk1"/>
              </a:buClr>
              <a:buSzPts val="1400"/>
              <a:buFont typeface="Courier New"/>
              <a:buChar char="o"/>
              <a:defRPr/>
            </a:lvl5pPr>
            <a:lvl6pPr marL="2743200" marR="0" lvl="5" indent="-317500" algn="l">
              <a:lnSpc>
                <a:spcPct val="100000"/>
              </a:lnSpc>
              <a:spcBef>
                <a:spcPts val="360"/>
              </a:spcBef>
              <a:spcAft>
                <a:spcPts val="0"/>
              </a:spcAft>
              <a:buClr>
                <a:schemeClr val="dk1"/>
              </a:buClr>
              <a:buSzPts val="1400"/>
              <a:buFont typeface="Noto Symbol"/>
              <a:buChar char="▪"/>
              <a:defRPr/>
            </a:lvl6pPr>
            <a:lvl7pPr marL="3200400" marR="0" lvl="6" indent="-317500" algn="l">
              <a:lnSpc>
                <a:spcPct val="100000"/>
              </a:lnSpc>
              <a:spcBef>
                <a:spcPts val="360"/>
              </a:spcBef>
              <a:spcAft>
                <a:spcPts val="0"/>
              </a:spcAft>
              <a:buClr>
                <a:schemeClr val="dk1"/>
              </a:buClr>
              <a:buSzPts val="1400"/>
              <a:buFont typeface="Arial"/>
              <a:buChar char="●"/>
              <a:defRPr/>
            </a:lvl7pPr>
            <a:lvl8pPr marL="3657600" marR="0" lvl="7" indent="-317500" algn="l">
              <a:lnSpc>
                <a:spcPct val="100000"/>
              </a:lnSpc>
              <a:spcBef>
                <a:spcPts val="360"/>
              </a:spcBef>
              <a:spcAft>
                <a:spcPts val="0"/>
              </a:spcAft>
              <a:buClr>
                <a:schemeClr val="dk1"/>
              </a:buClr>
              <a:buSzPts val="1400"/>
              <a:buFont typeface="Courier New"/>
              <a:buChar char="o"/>
              <a:defRPr/>
            </a:lvl8pPr>
            <a:lvl9pPr marL="4114800" marR="0" lvl="8" indent="-317500" algn="l">
              <a:lnSpc>
                <a:spcPct val="100000"/>
              </a:lnSpc>
              <a:spcBef>
                <a:spcPts val="360"/>
              </a:spcBef>
              <a:spcAft>
                <a:spcPts val="0"/>
              </a:spcAft>
              <a:buClr>
                <a:schemeClr val="dk1"/>
              </a:buClr>
              <a:buSzPts val="1400"/>
              <a:buFont typeface="Noto Symbol"/>
              <a:buChar char="▪"/>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4">
            <a:alphaModFix/>
          </a:blip>
          <a:stretch>
            <a:fillRect/>
          </a:stretch>
        </a:blipFill>
        <a:effectLst/>
      </p:bgPr>
    </p:bg>
    <p:spTree>
      <p:nvGrpSpPr>
        <p:cNvPr id="1" name="Shape 103"/>
        <p:cNvGrpSpPr/>
        <p:nvPr/>
      </p:nvGrpSpPr>
      <p:grpSpPr>
        <a:xfrm>
          <a:off x="0" y="0"/>
          <a:ext cx="0" cy="0"/>
          <a:chOff x="0" y="0"/>
          <a:chExt cx="0" cy="0"/>
        </a:xfrm>
      </p:grpSpPr>
      <p:sp>
        <p:nvSpPr>
          <p:cNvPr id="104" name="Google Shape;104;p30"/>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marL="0" marR="0" lvl="0" indent="0" algn="l">
              <a:lnSpc>
                <a:spcPct val="100000"/>
              </a:lnSpc>
              <a:spcBef>
                <a:spcPts val="0"/>
              </a:spcBef>
              <a:spcAft>
                <a:spcPts val="0"/>
              </a:spcAft>
              <a:buClr>
                <a:schemeClr val="dk1"/>
              </a:buClr>
              <a:buSzPts val="1400"/>
              <a:buFont typeface="Arial"/>
              <a:buNone/>
              <a:defRPr/>
            </a:lvl1pPr>
            <a:lvl2pPr marL="0" marR="0" lvl="1" indent="0" algn="l">
              <a:lnSpc>
                <a:spcPct val="100000"/>
              </a:lnSpc>
              <a:spcBef>
                <a:spcPts val="0"/>
              </a:spcBef>
              <a:spcAft>
                <a:spcPts val="0"/>
              </a:spcAft>
              <a:buClr>
                <a:schemeClr val="dk1"/>
              </a:buClr>
              <a:buSzPts val="1400"/>
              <a:buFont typeface="Arial"/>
              <a:buNone/>
              <a:defRPr/>
            </a:lvl2pPr>
            <a:lvl3pPr marL="0" marR="0" lvl="2" indent="0" algn="l">
              <a:spcBef>
                <a:spcPts val="0"/>
              </a:spcBef>
              <a:spcAft>
                <a:spcPts val="0"/>
              </a:spcAft>
              <a:buClr>
                <a:schemeClr val="dk1"/>
              </a:buClr>
              <a:buSzPts val="1400"/>
              <a:buFont typeface="Arial"/>
              <a:buNone/>
              <a:defRPr/>
            </a:lvl3pPr>
            <a:lvl4pPr marL="0" marR="0" lvl="3" indent="0" algn="l">
              <a:spcBef>
                <a:spcPts val="0"/>
              </a:spcBef>
              <a:spcAft>
                <a:spcPts val="0"/>
              </a:spcAft>
              <a:buClr>
                <a:schemeClr val="dk1"/>
              </a:buClr>
              <a:buSzPts val="1400"/>
              <a:buFont typeface="Arial"/>
              <a:buNone/>
              <a:defRPr/>
            </a:lvl4pPr>
            <a:lvl5pPr marL="0" marR="0" lvl="4" indent="0" algn="l">
              <a:spcBef>
                <a:spcPts val="0"/>
              </a:spcBef>
              <a:spcAft>
                <a:spcPts val="0"/>
              </a:spcAft>
              <a:buClr>
                <a:schemeClr val="dk1"/>
              </a:buClr>
              <a:buSzPts val="1400"/>
              <a:buFont typeface="Arial"/>
              <a:buNone/>
              <a:defRPr/>
            </a:lvl5pPr>
            <a:lvl6pPr marL="0" marR="0" lvl="5" indent="0" algn="l">
              <a:spcBef>
                <a:spcPts val="0"/>
              </a:spcBef>
              <a:spcAft>
                <a:spcPts val="0"/>
              </a:spcAft>
              <a:buClr>
                <a:schemeClr val="dk1"/>
              </a:buClr>
              <a:buSzPts val="1400"/>
              <a:buFont typeface="Arial"/>
              <a:buNone/>
              <a:defRPr/>
            </a:lvl6pPr>
            <a:lvl7pPr marL="0" marR="0" lvl="6" indent="0" algn="l">
              <a:spcBef>
                <a:spcPts val="0"/>
              </a:spcBef>
              <a:spcAft>
                <a:spcPts val="0"/>
              </a:spcAft>
              <a:buClr>
                <a:schemeClr val="dk1"/>
              </a:buClr>
              <a:buSzPts val="1400"/>
              <a:buFont typeface="Arial"/>
              <a:buNone/>
              <a:defRPr/>
            </a:lvl7pPr>
            <a:lvl8pPr marL="0" marR="0" lvl="7" indent="0" algn="l">
              <a:spcBef>
                <a:spcPts val="0"/>
              </a:spcBef>
              <a:spcAft>
                <a:spcPts val="0"/>
              </a:spcAft>
              <a:buClr>
                <a:schemeClr val="dk1"/>
              </a:buClr>
              <a:buSzPts val="1400"/>
              <a:buFont typeface="Arial"/>
              <a:buNone/>
              <a:defRPr/>
            </a:lvl8pPr>
            <a:lvl9pPr marL="0" marR="0" lvl="8" indent="0" algn="l">
              <a:spcBef>
                <a:spcPts val="0"/>
              </a:spcBef>
              <a:spcAft>
                <a:spcPts val="0"/>
              </a:spcAft>
              <a:buClr>
                <a:schemeClr val="dk1"/>
              </a:buClr>
              <a:buSzPts val="1400"/>
              <a:buFont typeface="Arial"/>
              <a:buNone/>
              <a:defRPr/>
            </a:lvl9pPr>
          </a:lstStyle>
          <a:p>
            <a:endParaRPr/>
          </a:p>
        </p:txBody>
      </p:sp>
      <p:sp>
        <p:nvSpPr>
          <p:cNvPr id="105" name="Google Shape;105;p30"/>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marR="0" lvl="0" indent="-317500" algn="l">
              <a:lnSpc>
                <a:spcPct val="100000"/>
              </a:lnSpc>
              <a:spcBef>
                <a:spcPts val="600"/>
              </a:spcBef>
              <a:spcAft>
                <a:spcPts val="0"/>
              </a:spcAft>
              <a:buClr>
                <a:schemeClr val="dk1"/>
              </a:buClr>
              <a:buSzPts val="1400"/>
              <a:buFont typeface="Arial"/>
              <a:buChar char="●"/>
              <a:defRPr/>
            </a:lvl1pPr>
            <a:lvl2pPr marL="914400" marR="0" lvl="1" indent="-317500" algn="l">
              <a:lnSpc>
                <a:spcPct val="100000"/>
              </a:lnSpc>
              <a:spcBef>
                <a:spcPts val="480"/>
              </a:spcBef>
              <a:spcAft>
                <a:spcPts val="0"/>
              </a:spcAft>
              <a:buClr>
                <a:schemeClr val="dk1"/>
              </a:buClr>
              <a:buSzPts val="1400"/>
              <a:buFont typeface="Courier New"/>
              <a:buChar char="o"/>
              <a:defRPr/>
            </a:lvl2pPr>
            <a:lvl3pPr marL="1371600" marR="0" lvl="2" indent="-317500" algn="l">
              <a:lnSpc>
                <a:spcPct val="100000"/>
              </a:lnSpc>
              <a:spcBef>
                <a:spcPts val="480"/>
              </a:spcBef>
              <a:spcAft>
                <a:spcPts val="0"/>
              </a:spcAft>
              <a:buClr>
                <a:schemeClr val="dk1"/>
              </a:buClr>
              <a:buSzPts val="1400"/>
              <a:buFont typeface="Noto Symbol"/>
              <a:buChar char="▪"/>
              <a:defRPr/>
            </a:lvl3pPr>
            <a:lvl4pPr marL="1828800" marR="0" lvl="3" indent="-317500" algn="l">
              <a:lnSpc>
                <a:spcPct val="100000"/>
              </a:lnSpc>
              <a:spcBef>
                <a:spcPts val="360"/>
              </a:spcBef>
              <a:spcAft>
                <a:spcPts val="0"/>
              </a:spcAft>
              <a:buClr>
                <a:schemeClr val="dk1"/>
              </a:buClr>
              <a:buSzPts val="1400"/>
              <a:buFont typeface="Arial"/>
              <a:buChar char="●"/>
              <a:defRPr/>
            </a:lvl4pPr>
            <a:lvl5pPr marL="2286000" marR="0" lvl="4" indent="-317500" algn="l">
              <a:lnSpc>
                <a:spcPct val="100000"/>
              </a:lnSpc>
              <a:spcBef>
                <a:spcPts val="360"/>
              </a:spcBef>
              <a:spcAft>
                <a:spcPts val="0"/>
              </a:spcAft>
              <a:buClr>
                <a:schemeClr val="dk1"/>
              </a:buClr>
              <a:buSzPts val="1400"/>
              <a:buFont typeface="Courier New"/>
              <a:buChar char="o"/>
              <a:defRPr/>
            </a:lvl5pPr>
            <a:lvl6pPr marL="2743200" marR="0" lvl="5" indent="-317500" algn="l">
              <a:lnSpc>
                <a:spcPct val="100000"/>
              </a:lnSpc>
              <a:spcBef>
                <a:spcPts val="360"/>
              </a:spcBef>
              <a:spcAft>
                <a:spcPts val="0"/>
              </a:spcAft>
              <a:buClr>
                <a:schemeClr val="dk1"/>
              </a:buClr>
              <a:buSzPts val="1400"/>
              <a:buFont typeface="Noto Symbol"/>
              <a:buChar char="▪"/>
              <a:defRPr/>
            </a:lvl6pPr>
            <a:lvl7pPr marL="3200400" marR="0" lvl="6" indent="-317500" algn="l">
              <a:lnSpc>
                <a:spcPct val="100000"/>
              </a:lnSpc>
              <a:spcBef>
                <a:spcPts val="360"/>
              </a:spcBef>
              <a:spcAft>
                <a:spcPts val="0"/>
              </a:spcAft>
              <a:buClr>
                <a:schemeClr val="dk1"/>
              </a:buClr>
              <a:buSzPts val="1400"/>
              <a:buFont typeface="Arial"/>
              <a:buChar char="●"/>
              <a:defRPr/>
            </a:lvl7pPr>
            <a:lvl8pPr marL="3657600" marR="0" lvl="7" indent="-317500" algn="l">
              <a:lnSpc>
                <a:spcPct val="100000"/>
              </a:lnSpc>
              <a:spcBef>
                <a:spcPts val="360"/>
              </a:spcBef>
              <a:spcAft>
                <a:spcPts val="0"/>
              </a:spcAft>
              <a:buClr>
                <a:schemeClr val="dk1"/>
              </a:buClr>
              <a:buSzPts val="1400"/>
              <a:buFont typeface="Courier New"/>
              <a:buChar char="o"/>
              <a:defRPr/>
            </a:lvl8pPr>
            <a:lvl9pPr marL="4114800" marR="0" lvl="8" indent="-317500" algn="l">
              <a:lnSpc>
                <a:spcPct val="100000"/>
              </a:lnSpc>
              <a:spcBef>
                <a:spcPts val="360"/>
              </a:spcBef>
              <a:spcAft>
                <a:spcPts val="0"/>
              </a:spcAft>
              <a:buClr>
                <a:schemeClr val="dk1"/>
              </a:buClr>
              <a:buSzPts val="1400"/>
              <a:buFont typeface="Noto Symbol"/>
              <a:buChar char="▪"/>
              <a:defRPr/>
            </a:lvl9pPr>
          </a:lstStyle>
          <a:p>
            <a:endParaRPr/>
          </a:p>
        </p:txBody>
      </p:sp>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spd="med">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45"/>
        <p:cNvGrpSpPr/>
        <p:nvPr/>
      </p:nvGrpSpPr>
      <p:grpSpPr>
        <a:xfrm>
          <a:off x="0" y="0"/>
          <a:ext cx="0" cy="0"/>
          <a:chOff x="0" y="0"/>
          <a:chExt cx="0" cy="0"/>
        </a:xfrm>
      </p:grpSpPr>
      <p:sp>
        <p:nvSpPr>
          <p:cNvPr id="146" name="Google Shape;146;p4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47" name="Google Shape;147;p4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148" name="Google Shape;148;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Lst>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1">
          <a:blip r:embed="rId14">
            <a:alphaModFix/>
          </a:blip>
          <a:stretch>
            <a:fillRect/>
          </a:stretch>
        </a:blipFill>
        <a:effectLst/>
      </p:bgPr>
    </p:bg>
    <p:spTree>
      <p:nvGrpSpPr>
        <p:cNvPr id="1" name="Shape 247"/>
        <p:cNvGrpSpPr/>
        <p:nvPr/>
      </p:nvGrpSpPr>
      <p:grpSpPr>
        <a:xfrm>
          <a:off x="0" y="0"/>
          <a:ext cx="0" cy="0"/>
          <a:chOff x="0" y="0"/>
          <a:chExt cx="0" cy="0"/>
        </a:xfrm>
      </p:grpSpPr>
      <p:sp>
        <p:nvSpPr>
          <p:cNvPr id="248" name="Google Shape;248;p68"/>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marL="0" marR="0" lvl="0" indent="0" algn="l">
              <a:lnSpc>
                <a:spcPct val="100000"/>
              </a:lnSpc>
              <a:spcBef>
                <a:spcPts val="0"/>
              </a:spcBef>
              <a:spcAft>
                <a:spcPts val="0"/>
              </a:spcAft>
              <a:buClr>
                <a:schemeClr val="dk1"/>
              </a:buClr>
              <a:buSzPts val="1400"/>
              <a:buFont typeface="Arial"/>
              <a:buNone/>
              <a:defRPr/>
            </a:lvl1pPr>
            <a:lvl2pPr marL="0" marR="0" lvl="1" indent="0" algn="l">
              <a:lnSpc>
                <a:spcPct val="100000"/>
              </a:lnSpc>
              <a:spcBef>
                <a:spcPts val="0"/>
              </a:spcBef>
              <a:spcAft>
                <a:spcPts val="0"/>
              </a:spcAft>
              <a:buClr>
                <a:schemeClr val="dk1"/>
              </a:buClr>
              <a:buSzPts val="1400"/>
              <a:buFont typeface="Arial"/>
              <a:buNone/>
              <a:defRPr/>
            </a:lvl2pPr>
            <a:lvl3pPr marL="0" marR="0" lvl="2" indent="0" algn="l">
              <a:spcBef>
                <a:spcPts val="0"/>
              </a:spcBef>
              <a:spcAft>
                <a:spcPts val="0"/>
              </a:spcAft>
              <a:buClr>
                <a:schemeClr val="dk1"/>
              </a:buClr>
              <a:buSzPts val="1400"/>
              <a:buFont typeface="Arial"/>
              <a:buNone/>
              <a:defRPr/>
            </a:lvl3pPr>
            <a:lvl4pPr marL="0" marR="0" lvl="3" indent="0" algn="l">
              <a:spcBef>
                <a:spcPts val="0"/>
              </a:spcBef>
              <a:spcAft>
                <a:spcPts val="0"/>
              </a:spcAft>
              <a:buClr>
                <a:schemeClr val="dk1"/>
              </a:buClr>
              <a:buSzPts val="1400"/>
              <a:buFont typeface="Arial"/>
              <a:buNone/>
              <a:defRPr/>
            </a:lvl4pPr>
            <a:lvl5pPr marL="0" marR="0" lvl="4" indent="0" algn="l">
              <a:spcBef>
                <a:spcPts val="0"/>
              </a:spcBef>
              <a:spcAft>
                <a:spcPts val="0"/>
              </a:spcAft>
              <a:buClr>
                <a:schemeClr val="dk1"/>
              </a:buClr>
              <a:buSzPts val="1400"/>
              <a:buFont typeface="Arial"/>
              <a:buNone/>
              <a:defRPr/>
            </a:lvl5pPr>
            <a:lvl6pPr marL="0" marR="0" lvl="5" indent="0" algn="l">
              <a:spcBef>
                <a:spcPts val="0"/>
              </a:spcBef>
              <a:spcAft>
                <a:spcPts val="0"/>
              </a:spcAft>
              <a:buClr>
                <a:schemeClr val="dk1"/>
              </a:buClr>
              <a:buSzPts val="1400"/>
              <a:buFont typeface="Arial"/>
              <a:buNone/>
              <a:defRPr/>
            </a:lvl6pPr>
            <a:lvl7pPr marL="0" marR="0" lvl="6" indent="0" algn="l">
              <a:spcBef>
                <a:spcPts val="0"/>
              </a:spcBef>
              <a:spcAft>
                <a:spcPts val="0"/>
              </a:spcAft>
              <a:buClr>
                <a:schemeClr val="dk1"/>
              </a:buClr>
              <a:buSzPts val="1400"/>
              <a:buFont typeface="Arial"/>
              <a:buNone/>
              <a:defRPr/>
            </a:lvl7pPr>
            <a:lvl8pPr marL="0" marR="0" lvl="7" indent="0" algn="l">
              <a:spcBef>
                <a:spcPts val="0"/>
              </a:spcBef>
              <a:spcAft>
                <a:spcPts val="0"/>
              </a:spcAft>
              <a:buClr>
                <a:schemeClr val="dk1"/>
              </a:buClr>
              <a:buSzPts val="1400"/>
              <a:buFont typeface="Arial"/>
              <a:buNone/>
              <a:defRPr/>
            </a:lvl8pPr>
            <a:lvl9pPr marL="0" marR="0" lvl="8" indent="0" algn="l">
              <a:spcBef>
                <a:spcPts val="0"/>
              </a:spcBef>
              <a:spcAft>
                <a:spcPts val="0"/>
              </a:spcAft>
              <a:buClr>
                <a:schemeClr val="dk1"/>
              </a:buClr>
              <a:buSzPts val="1400"/>
              <a:buFont typeface="Arial"/>
              <a:buNone/>
              <a:defRPr/>
            </a:lvl9pPr>
          </a:lstStyle>
          <a:p>
            <a:endParaRPr/>
          </a:p>
        </p:txBody>
      </p:sp>
      <p:sp>
        <p:nvSpPr>
          <p:cNvPr id="249" name="Google Shape;249;p68"/>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marR="0" lvl="0" indent="-317500" algn="l">
              <a:lnSpc>
                <a:spcPct val="100000"/>
              </a:lnSpc>
              <a:spcBef>
                <a:spcPts val="600"/>
              </a:spcBef>
              <a:spcAft>
                <a:spcPts val="0"/>
              </a:spcAft>
              <a:buClr>
                <a:schemeClr val="dk1"/>
              </a:buClr>
              <a:buSzPts val="1400"/>
              <a:buFont typeface="Arial"/>
              <a:buChar char="●"/>
              <a:defRPr/>
            </a:lvl1pPr>
            <a:lvl2pPr marL="914400" marR="0" lvl="1" indent="-317500" algn="l">
              <a:lnSpc>
                <a:spcPct val="100000"/>
              </a:lnSpc>
              <a:spcBef>
                <a:spcPts val="480"/>
              </a:spcBef>
              <a:spcAft>
                <a:spcPts val="0"/>
              </a:spcAft>
              <a:buClr>
                <a:schemeClr val="dk1"/>
              </a:buClr>
              <a:buSzPts val="1400"/>
              <a:buFont typeface="Courier New"/>
              <a:buChar char="o"/>
              <a:defRPr/>
            </a:lvl2pPr>
            <a:lvl3pPr marL="1371600" marR="0" lvl="2" indent="-317500" algn="l">
              <a:lnSpc>
                <a:spcPct val="100000"/>
              </a:lnSpc>
              <a:spcBef>
                <a:spcPts val="480"/>
              </a:spcBef>
              <a:spcAft>
                <a:spcPts val="0"/>
              </a:spcAft>
              <a:buClr>
                <a:schemeClr val="dk1"/>
              </a:buClr>
              <a:buSzPts val="1400"/>
              <a:buFont typeface="Noto Symbol"/>
              <a:buChar char="▪"/>
              <a:defRPr/>
            </a:lvl3pPr>
            <a:lvl4pPr marL="1828800" marR="0" lvl="3" indent="-317500" algn="l">
              <a:lnSpc>
                <a:spcPct val="100000"/>
              </a:lnSpc>
              <a:spcBef>
                <a:spcPts val="360"/>
              </a:spcBef>
              <a:spcAft>
                <a:spcPts val="0"/>
              </a:spcAft>
              <a:buClr>
                <a:schemeClr val="dk1"/>
              </a:buClr>
              <a:buSzPts val="1400"/>
              <a:buFont typeface="Arial"/>
              <a:buChar char="●"/>
              <a:defRPr/>
            </a:lvl4pPr>
            <a:lvl5pPr marL="2286000" marR="0" lvl="4" indent="-317500" algn="l">
              <a:lnSpc>
                <a:spcPct val="100000"/>
              </a:lnSpc>
              <a:spcBef>
                <a:spcPts val="360"/>
              </a:spcBef>
              <a:spcAft>
                <a:spcPts val="0"/>
              </a:spcAft>
              <a:buClr>
                <a:schemeClr val="dk1"/>
              </a:buClr>
              <a:buSzPts val="1400"/>
              <a:buFont typeface="Courier New"/>
              <a:buChar char="o"/>
              <a:defRPr/>
            </a:lvl5pPr>
            <a:lvl6pPr marL="2743200" marR="0" lvl="5" indent="-317500" algn="l">
              <a:lnSpc>
                <a:spcPct val="100000"/>
              </a:lnSpc>
              <a:spcBef>
                <a:spcPts val="360"/>
              </a:spcBef>
              <a:spcAft>
                <a:spcPts val="0"/>
              </a:spcAft>
              <a:buClr>
                <a:schemeClr val="dk1"/>
              </a:buClr>
              <a:buSzPts val="1400"/>
              <a:buFont typeface="Noto Symbol"/>
              <a:buChar char="▪"/>
              <a:defRPr/>
            </a:lvl6pPr>
            <a:lvl7pPr marL="3200400" marR="0" lvl="6" indent="-317500" algn="l">
              <a:lnSpc>
                <a:spcPct val="100000"/>
              </a:lnSpc>
              <a:spcBef>
                <a:spcPts val="360"/>
              </a:spcBef>
              <a:spcAft>
                <a:spcPts val="0"/>
              </a:spcAft>
              <a:buClr>
                <a:schemeClr val="dk1"/>
              </a:buClr>
              <a:buSzPts val="1400"/>
              <a:buFont typeface="Arial"/>
              <a:buChar char="●"/>
              <a:defRPr/>
            </a:lvl7pPr>
            <a:lvl8pPr marL="3657600" marR="0" lvl="7" indent="-317500" algn="l">
              <a:lnSpc>
                <a:spcPct val="100000"/>
              </a:lnSpc>
              <a:spcBef>
                <a:spcPts val="360"/>
              </a:spcBef>
              <a:spcAft>
                <a:spcPts val="0"/>
              </a:spcAft>
              <a:buClr>
                <a:schemeClr val="dk1"/>
              </a:buClr>
              <a:buSzPts val="1400"/>
              <a:buFont typeface="Courier New"/>
              <a:buChar char="o"/>
              <a:defRPr/>
            </a:lvl8pPr>
            <a:lvl9pPr marL="4114800" marR="0" lvl="8" indent="-317500" algn="l">
              <a:lnSpc>
                <a:spcPct val="100000"/>
              </a:lnSpc>
              <a:spcBef>
                <a:spcPts val="360"/>
              </a:spcBef>
              <a:spcAft>
                <a:spcPts val="0"/>
              </a:spcAft>
              <a:buClr>
                <a:schemeClr val="dk1"/>
              </a:buClr>
              <a:buSzPts val="1400"/>
              <a:buFont typeface="Noto Symbol"/>
              <a:buChar char="▪"/>
              <a:defRPr/>
            </a:lvl9pPr>
          </a:lstStyle>
          <a:p>
            <a:endParaRPr/>
          </a:p>
        </p:txBody>
      </p:sp>
    </p:spTree>
  </p:cSld>
  <p:clrMap bg1="lt1" tx1="dk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29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josephroche.ie/EssentialSkills"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2.xml"/><Relationship Id="rId5" Type="http://schemas.openxmlformats.org/officeDocument/2006/relationships/hyperlink" Target="https://drive.google.com/open?id=0B6QEGpGeIq7YbVJFaVVfRzBhT2s"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72.xml"/><Relationship Id="rId4" Type="http://schemas.openxmlformats.org/officeDocument/2006/relationships/hyperlink" Target="https://www.ft.com/content/3be49734-29cb-11e6-83e4-abc22d5d108c"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69.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69.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69.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63.xml"/><Relationship Id="rId5" Type="http://schemas.openxmlformats.org/officeDocument/2006/relationships/hyperlink" Target="https://drive.google.com/open?id=0B6QEGpGeIq7Yd3NocUt5QnVqUU0" TargetMode="Externa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7.xml"/><Relationship Id="rId5" Type="http://schemas.openxmlformats.org/officeDocument/2006/relationships/hyperlink" Target="https://drive.google.com/file/d/12cznBiNIX5_0xN6HzMP4itW7CSHSgEVs/view?usp=sharing" TargetMode="Externa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7.xml"/><Relationship Id="rId6" Type="http://schemas.openxmlformats.org/officeDocument/2006/relationships/hyperlink" Target="https://doi.org/10.1007/978-3-030-58278-4_15" TargetMode="External"/><Relationship Id="rId5" Type="http://schemas.openxmlformats.org/officeDocument/2006/relationships/hyperlink" Target="https://drive.google.com/file/d/1RIbxf9YTGBDLAfUKlIM9CphMUZGTnt6Q/view?usp=sharing" TargetMode="Externa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39.xml"/><Relationship Id="rId5" Type="http://schemas.openxmlformats.org/officeDocument/2006/relationships/hyperlink" Target="https://drive.google.com/open?id=0B6QEGpGeIq7YT2NPTVhqSk9Dd28"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7.xml"/><Relationship Id="rId5" Type="http://schemas.openxmlformats.org/officeDocument/2006/relationships/hyperlink" Target="https://drive.google.com/file/d/1lYd3XPidaNwFQQG7dAUfP2LN426S3dCk/view?usp=sharing" TargetMode="Externa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7.xml"/><Relationship Id="rId6" Type="http://schemas.openxmlformats.org/officeDocument/2006/relationships/image" Target="../media/image12.png"/><Relationship Id="rId5" Type="http://schemas.openxmlformats.org/officeDocument/2006/relationships/hyperlink" Target="https://drive.google.com/open?id=0B6QEGpGeIq7YYXhqWnZjSzFSeHc" TargetMode="Externa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hyperlink" Target="https://participatorysciences.org/conferences/caps-2026/" TargetMode="External"/><Relationship Id="rId2" Type="http://schemas.openxmlformats.org/officeDocument/2006/relationships/notesSlide" Target="../notesSlides/notesSlide15.xml"/><Relationship Id="rId1" Type="http://schemas.openxmlformats.org/officeDocument/2006/relationships/slideLayout" Target="../slideLayouts/slideLayout38.xml"/><Relationship Id="rId6" Type="http://schemas.openxmlformats.org/officeDocument/2006/relationships/image" Target="../media/image14.png"/><Relationship Id="rId5" Type="http://schemas.openxmlformats.org/officeDocument/2006/relationships/hyperlink" Target="https://www.ecsa2026.ngo/" TargetMode="Externa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8.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hyperlink" Target="http://citizenscience.eu" TargetMode="External"/><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8.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39.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hyperlink" Target="https://www.zooniverse.org" TargetMode="External"/><Relationship Id="rId2" Type="http://schemas.openxmlformats.org/officeDocument/2006/relationships/notesSlide" Target="../notesSlides/notesSlide19.xml"/><Relationship Id="rId1" Type="http://schemas.openxmlformats.org/officeDocument/2006/relationships/slideLayout" Target="../slideLayouts/slideLayout16.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6.xml"/><Relationship Id="rId5" Type="http://schemas.openxmlformats.org/officeDocument/2006/relationships/hyperlink" Target="https://drive.google.com/open?id=0B6QEGpGeIq7YS3l1STNvS0x6aG8" TargetMode="Externa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75.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75.xml"/><Relationship Id="rId4" Type="http://schemas.openxmlformats.org/officeDocument/2006/relationships/hyperlink" Target="https://drive.google.com/file/d/1Ubl-6KQvm5mh7cF96JN7wGDkUwG32Xvf/view?usp=sharing"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drive.google.com/file/d/1Ubl-6KQvm5mh7cF96JN7wGDkUwG32Xvf/view?usp=sharing" TargetMode="External"/><Relationship Id="rId2" Type="http://schemas.openxmlformats.org/officeDocument/2006/relationships/notesSlide" Target="../notesSlides/notesSlide24.xml"/><Relationship Id="rId1" Type="http://schemas.openxmlformats.org/officeDocument/2006/relationships/slideLayout" Target="../slideLayouts/slideLayout39.xml"/><Relationship Id="rId4" Type="http://schemas.openxmlformats.org/officeDocument/2006/relationships/image" Target="../media/image25.jp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39.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39.xml"/><Relationship Id="rId4" Type="http://schemas.openxmlformats.org/officeDocument/2006/relationships/image" Target="../media/image27.jpg"/></Relationships>
</file>

<file path=ppt/slides/_rels/slide2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7.xml"/><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8.xml"/><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39.xml"/><Relationship Id="rId4" Type="http://schemas.openxmlformats.org/officeDocument/2006/relationships/hyperlink" Target="https://drive.google.com/file/d/1YbMOCljwN_99HOFqqhBYywEvV1U6V9yw/view?usp=sharing"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39.xml"/><Relationship Id="rId4" Type="http://schemas.openxmlformats.org/officeDocument/2006/relationships/hyperlink" Target="https://drive.google.com/file/d/1YbMOCljwN_99HOFqqhBYywEvV1U6V9yw/view?usp=sharin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1.xml"/><Relationship Id="rId1" Type="http://schemas.openxmlformats.org/officeDocument/2006/relationships/slideLayout" Target="../slideLayouts/slideLayout6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8"/>
        <p:cNvGrpSpPr/>
        <p:nvPr/>
      </p:nvGrpSpPr>
      <p:grpSpPr>
        <a:xfrm>
          <a:off x="0" y="0"/>
          <a:ext cx="0" cy="0"/>
          <a:chOff x="0" y="0"/>
          <a:chExt cx="0" cy="0"/>
        </a:xfrm>
      </p:grpSpPr>
      <p:pic>
        <p:nvPicPr>
          <p:cNvPr id="299" name="Google Shape;299;p83"/>
          <p:cNvPicPr preferRelativeResize="0"/>
          <p:nvPr/>
        </p:nvPicPr>
        <p:blipFill>
          <a:blip r:embed="rId3">
            <a:alphaModFix/>
          </a:blip>
          <a:stretch>
            <a:fillRect/>
          </a:stretch>
        </p:blipFill>
        <p:spPr>
          <a:xfrm>
            <a:off x="0" y="0"/>
            <a:ext cx="9144000" cy="5143500"/>
          </a:xfrm>
          <a:prstGeom prst="rect">
            <a:avLst/>
          </a:prstGeom>
          <a:noFill/>
          <a:ln>
            <a:noFill/>
          </a:ln>
        </p:spPr>
      </p:pic>
      <p:sp>
        <p:nvSpPr>
          <p:cNvPr id="300" name="Google Shape;300;p83"/>
          <p:cNvSpPr txBox="1"/>
          <p:nvPr/>
        </p:nvSpPr>
        <p:spPr>
          <a:xfrm>
            <a:off x="476250" y="2590800"/>
            <a:ext cx="7467600" cy="8382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2600" b="1">
                <a:solidFill>
                  <a:srgbClr val="FFFFFF"/>
                </a:solidFill>
                <a:latin typeface="Calibri"/>
                <a:ea typeface="Calibri"/>
                <a:cs typeface="Calibri"/>
                <a:sym typeface="Calibri"/>
              </a:rPr>
              <a:t>Thank You</a:t>
            </a:r>
            <a:endParaRPr sz="2600" b="1">
              <a:solidFill>
                <a:srgbClr val="FFFFFF"/>
              </a:solidFill>
              <a:latin typeface="Calibri"/>
              <a:ea typeface="Calibri"/>
              <a:cs typeface="Calibri"/>
              <a:sym typeface="Calibri"/>
            </a:endParaRPr>
          </a:p>
          <a:p>
            <a:pPr marL="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301" name="Google Shape;301;p83"/>
          <p:cNvSpPr txBox="1"/>
          <p:nvPr/>
        </p:nvSpPr>
        <p:spPr>
          <a:xfrm>
            <a:off x="476250" y="3292300"/>
            <a:ext cx="4679400" cy="522300"/>
          </a:xfrm>
          <a:prstGeom prst="rect">
            <a:avLst/>
          </a:prstGeom>
          <a:noFill/>
          <a:ln>
            <a:noFill/>
          </a:ln>
        </p:spPr>
        <p:txBody>
          <a:bodyPr spcFirstLastPara="1" wrap="square" lIns="0" tIns="0" rIns="0" bIns="0" anchor="t" anchorCtr="0">
            <a:noAutofit/>
          </a:bodyPr>
          <a:lstStyle/>
          <a:p>
            <a:pPr marL="0" lvl="1" indent="0" algn="l" rtl="0">
              <a:spcBef>
                <a:spcPts val="0"/>
              </a:spcBef>
              <a:spcAft>
                <a:spcPts val="0"/>
              </a:spcAft>
              <a:buNone/>
            </a:pPr>
            <a:endParaRPr>
              <a:solidFill>
                <a:srgbClr val="FFFFFF"/>
              </a:solidFill>
              <a:latin typeface="Calibri"/>
              <a:ea typeface="Calibri"/>
              <a:cs typeface="Calibri"/>
              <a:sym typeface="Calibri"/>
            </a:endParaRPr>
          </a:p>
          <a:p>
            <a:pPr marL="0" lvl="1" indent="0" algn="l" rtl="0">
              <a:spcBef>
                <a:spcPts val="0"/>
              </a:spcBef>
              <a:spcAft>
                <a:spcPts val="0"/>
              </a:spcAft>
              <a:buNone/>
            </a:pPr>
            <a:endParaRPr>
              <a:solidFill>
                <a:srgbClr val="FFFFFF"/>
              </a:solidFill>
              <a:latin typeface="Calibri"/>
              <a:ea typeface="Calibri"/>
              <a:cs typeface="Calibri"/>
              <a:sym typeface="Calibri"/>
            </a:endParaRPr>
          </a:p>
          <a:p>
            <a:pPr marL="0" lvl="1" indent="0" algn="l" rtl="0">
              <a:spcBef>
                <a:spcPts val="0"/>
              </a:spcBef>
              <a:spcAft>
                <a:spcPts val="0"/>
              </a:spcAft>
              <a:buNone/>
            </a:pPr>
            <a:r>
              <a:rPr lang="en">
                <a:solidFill>
                  <a:srgbClr val="FFFFFF"/>
                </a:solidFill>
                <a:latin typeface="Calibri"/>
                <a:ea typeface="Calibri"/>
                <a:cs typeface="Calibri"/>
                <a:sym typeface="Calibri"/>
              </a:rPr>
              <a:t>     @ScienceTCD</a:t>
            </a:r>
            <a:endParaRPr>
              <a:solidFill>
                <a:srgbClr val="FFFFFF"/>
              </a:solidFill>
              <a:latin typeface="Calibri"/>
              <a:ea typeface="Calibri"/>
              <a:cs typeface="Calibri"/>
              <a:sym typeface="Calibri"/>
            </a:endParaRPr>
          </a:p>
        </p:txBody>
      </p:sp>
      <p:pic>
        <p:nvPicPr>
          <p:cNvPr id="302" name="Google Shape;302;p83"/>
          <p:cNvPicPr preferRelativeResize="0"/>
          <p:nvPr/>
        </p:nvPicPr>
        <p:blipFill rotWithShape="1">
          <a:blip r:embed="rId4">
            <a:alphaModFix/>
          </a:blip>
          <a:srcRect/>
          <a:stretch/>
        </p:blipFill>
        <p:spPr>
          <a:xfrm>
            <a:off x="420900" y="3636175"/>
            <a:ext cx="330300" cy="352500"/>
          </a:xfrm>
          <a:prstGeom prst="rect">
            <a:avLst/>
          </a:prstGeom>
          <a:noFill/>
          <a:ln>
            <a:noFill/>
          </a:ln>
        </p:spPr>
      </p:pic>
      <p:pic>
        <p:nvPicPr>
          <p:cNvPr id="303" name="Google Shape;303;p83"/>
          <p:cNvPicPr preferRelativeResize="0"/>
          <p:nvPr/>
        </p:nvPicPr>
        <p:blipFill>
          <a:blip r:embed="rId3">
            <a:alphaModFix/>
          </a:blip>
          <a:stretch>
            <a:fillRect/>
          </a:stretch>
        </p:blipFill>
        <p:spPr>
          <a:xfrm>
            <a:off x="0" y="0"/>
            <a:ext cx="9144000" cy="5143500"/>
          </a:xfrm>
          <a:prstGeom prst="rect">
            <a:avLst/>
          </a:prstGeom>
          <a:noFill/>
          <a:ln>
            <a:noFill/>
          </a:ln>
        </p:spPr>
      </p:pic>
      <p:sp>
        <p:nvSpPr>
          <p:cNvPr id="304" name="Google Shape;304;p83"/>
          <p:cNvSpPr txBox="1"/>
          <p:nvPr/>
        </p:nvSpPr>
        <p:spPr>
          <a:xfrm>
            <a:off x="457200" y="2391125"/>
            <a:ext cx="8022600" cy="8382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2600" b="1">
                <a:solidFill>
                  <a:srgbClr val="FFFFFF"/>
                </a:solidFill>
                <a:latin typeface="Calibri"/>
                <a:ea typeface="Calibri"/>
                <a:cs typeface="Calibri"/>
                <a:sym typeface="Calibri"/>
              </a:rPr>
              <a:t>Citizen Science</a:t>
            </a:r>
            <a:endParaRPr sz="2600" b="1">
              <a:solidFill>
                <a:srgbClr val="FFFFFF"/>
              </a:solidFill>
              <a:latin typeface="Calibri"/>
              <a:ea typeface="Calibri"/>
              <a:cs typeface="Calibri"/>
              <a:sym typeface="Calibri"/>
            </a:endParaRPr>
          </a:p>
          <a:p>
            <a:pPr marL="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305" name="Google Shape;305;p83"/>
          <p:cNvSpPr txBox="1"/>
          <p:nvPr/>
        </p:nvSpPr>
        <p:spPr>
          <a:xfrm>
            <a:off x="476250" y="3287700"/>
            <a:ext cx="4679400" cy="136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b="1">
                <a:solidFill>
                  <a:srgbClr val="FFFFFF"/>
                </a:solidFill>
                <a:latin typeface="Calibri"/>
                <a:ea typeface="Calibri"/>
                <a:cs typeface="Calibri"/>
                <a:sym typeface="Calibri"/>
              </a:rPr>
              <a:t>Prof. Joseph Roche</a:t>
            </a:r>
            <a:endParaRPr b="1">
              <a:solidFill>
                <a:srgbClr val="FFFFFF"/>
              </a:solidFill>
              <a:latin typeface="Calibri"/>
              <a:ea typeface="Calibri"/>
              <a:cs typeface="Calibri"/>
              <a:sym typeface="Calibri"/>
            </a:endParaRPr>
          </a:p>
          <a:p>
            <a:pPr marL="0" lvl="0" indent="0" algn="l" rtl="0">
              <a:spcBef>
                <a:spcPts val="0"/>
              </a:spcBef>
              <a:spcAft>
                <a:spcPts val="0"/>
              </a:spcAft>
              <a:buNone/>
            </a:pPr>
            <a:r>
              <a:rPr lang="en">
                <a:solidFill>
                  <a:srgbClr val="FFFFFF"/>
                </a:solidFill>
                <a:latin typeface="Calibri"/>
                <a:ea typeface="Calibri"/>
                <a:cs typeface="Calibri"/>
                <a:sym typeface="Calibri"/>
              </a:rPr>
              <a:t>Associate Dean of Research</a:t>
            </a:r>
            <a:endParaRPr>
              <a:solidFill>
                <a:srgbClr val="FFFFFF"/>
              </a:solidFill>
              <a:latin typeface="Calibri"/>
              <a:ea typeface="Calibri"/>
              <a:cs typeface="Calibri"/>
              <a:sym typeface="Calibri"/>
            </a:endParaRPr>
          </a:p>
          <a:p>
            <a:pPr marL="0" lvl="0" indent="0" algn="l" rtl="0">
              <a:spcBef>
                <a:spcPts val="0"/>
              </a:spcBef>
              <a:spcAft>
                <a:spcPts val="0"/>
              </a:spcAft>
              <a:buNone/>
            </a:pPr>
            <a:r>
              <a:rPr lang="en">
                <a:solidFill>
                  <a:srgbClr val="FFFFFF"/>
                </a:solidFill>
                <a:latin typeface="Calibri"/>
                <a:ea typeface="Calibri"/>
                <a:cs typeface="Calibri"/>
                <a:sym typeface="Calibri"/>
              </a:rPr>
              <a:t>Trinity College Dublin</a:t>
            </a: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1" indent="0" algn="l" rtl="0">
              <a:spcBef>
                <a:spcPts val="0"/>
              </a:spcBef>
              <a:spcAft>
                <a:spcPts val="0"/>
              </a:spcAft>
              <a:buNone/>
            </a:pPr>
            <a:endParaRPr>
              <a:solidFill>
                <a:srgbClr val="FFFFFF"/>
              </a:solidFill>
              <a:latin typeface="Calibri"/>
              <a:ea typeface="Calibri"/>
              <a:cs typeface="Calibri"/>
              <a:sym typeface="Calibri"/>
            </a:endParaRPr>
          </a:p>
          <a:p>
            <a:pPr marL="0" lvl="1" indent="0" algn="l" rtl="0">
              <a:spcBef>
                <a:spcPts val="0"/>
              </a:spcBef>
              <a:spcAft>
                <a:spcPts val="0"/>
              </a:spcAft>
              <a:buNone/>
            </a:pPr>
            <a:r>
              <a:rPr lang="en">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JosephRoche.ie/EssentialSkills</a:t>
            </a:r>
            <a:endParaRPr>
              <a:solidFill>
                <a:srgbClr val="FFFFFF"/>
              </a:solidFill>
              <a:latin typeface="Calibri"/>
              <a:ea typeface="Calibri"/>
              <a:cs typeface="Calibri"/>
              <a:sym typeface="Calibri"/>
            </a:endParaRPr>
          </a:p>
          <a:p>
            <a:pPr marL="0" lvl="1" indent="0" algn="l" rtl="0">
              <a:spcBef>
                <a:spcPts val="0"/>
              </a:spcBef>
              <a:spcAft>
                <a:spcPts val="0"/>
              </a:spcAft>
              <a:buNone/>
            </a:pPr>
            <a:r>
              <a:rPr lang="en">
                <a:solidFill>
                  <a:srgbClr val="FFFFFF"/>
                </a:solidFill>
                <a:latin typeface="Calibri"/>
                <a:ea typeface="Calibri"/>
                <a:cs typeface="Calibri"/>
                <a:sym typeface="Calibri"/>
              </a:rPr>
              <a:t>   </a:t>
            </a:r>
            <a:endParaRPr>
              <a:solidFill>
                <a:srgbClr val="FFFFFF"/>
              </a:solidFill>
              <a:latin typeface="Calibri"/>
              <a:ea typeface="Calibri"/>
              <a:cs typeface="Calibri"/>
              <a:sym typeface="Calibri"/>
            </a:endParaRPr>
          </a:p>
          <a:p>
            <a:pPr marL="0" lvl="1"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1" indent="0" algn="l" rtl="0">
              <a:spcBef>
                <a:spcPts val="0"/>
              </a:spcBef>
              <a:spcAft>
                <a:spcPts val="0"/>
              </a:spcAft>
              <a:buNone/>
            </a:pPr>
            <a:endParaRPr>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0"/>
        <p:cNvGrpSpPr/>
        <p:nvPr/>
      </p:nvGrpSpPr>
      <p:grpSpPr>
        <a:xfrm>
          <a:off x="0" y="0"/>
          <a:ext cx="0" cy="0"/>
          <a:chOff x="0" y="0"/>
          <a:chExt cx="0" cy="0"/>
        </a:xfrm>
      </p:grpSpPr>
      <p:pic>
        <p:nvPicPr>
          <p:cNvPr id="311" name="Google Shape;311;p84"/>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312" name="Google Shape;312;p84"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313" name="Google Shape;313;p84"/>
          <p:cNvSpPr txBox="1"/>
          <p:nvPr/>
        </p:nvSpPr>
        <p:spPr>
          <a:xfrm>
            <a:off x="0" y="0"/>
            <a:ext cx="9144000" cy="421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i="1">
                <a:solidFill>
                  <a:schemeClr val="dk1"/>
                </a:solidFill>
                <a:latin typeface="Calibri"/>
                <a:ea typeface="Calibri"/>
                <a:cs typeface="Calibri"/>
                <a:sym typeface="Calibri"/>
              </a:rPr>
              <a:t>“professionals themselves have shown signs recently</a:t>
            </a:r>
            <a:endParaRPr sz="3000" i="1">
              <a:solidFill>
                <a:schemeClr val="dk1"/>
              </a:solidFill>
              <a:latin typeface="Calibri"/>
              <a:ea typeface="Calibri"/>
              <a:cs typeface="Calibri"/>
              <a:sym typeface="Calibri"/>
            </a:endParaRPr>
          </a:p>
          <a:p>
            <a:pPr marL="0" lvl="0" indent="0" algn="ctr" rtl="0">
              <a:spcBef>
                <a:spcPts val="0"/>
              </a:spcBef>
              <a:spcAft>
                <a:spcPts val="0"/>
              </a:spcAft>
              <a:buNone/>
            </a:pPr>
            <a:r>
              <a:rPr lang="en" sz="3000" i="1">
                <a:solidFill>
                  <a:schemeClr val="dk1"/>
                </a:solidFill>
                <a:latin typeface="Calibri"/>
                <a:ea typeface="Calibri"/>
                <a:cs typeface="Calibri"/>
                <a:sym typeface="Calibri"/>
              </a:rPr>
              <a:t>of a loss of confidence in their claims to</a:t>
            </a:r>
            <a:endParaRPr sz="3000" i="1">
              <a:solidFill>
                <a:schemeClr val="dk1"/>
              </a:solidFill>
              <a:latin typeface="Calibri"/>
              <a:ea typeface="Calibri"/>
              <a:cs typeface="Calibri"/>
              <a:sym typeface="Calibri"/>
            </a:endParaRPr>
          </a:p>
          <a:p>
            <a:pPr marL="0" lvl="0" indent="0" algn="ctr" rtl="0">
              <a:spcBef>
                <a:spcPts val="0"/>
              </a:spcBef>
              <a:spcAft>
                <a:spcPts val="0"/>
              </a:spcAft>
              <a:buNone/>
            </a:pPr>
            <a:r>
              <a:rPr lang="en" sz="3000" i="1">
                <a:solidFill>
                  <a:schemeClr val="dk1"/>
                </a:solidFill>
                <a:latin typeface="Calibri"/>
                <a:ea typeface="Calibri"/>
                <a:cs typeface="Calibri"/>
                <a:sym typeface="Calibri"/>
              </a:rPr>
              <a:t>extraordinary knowledge”</a:t>
            </a:r>
            <a:r>
              <a:rPr lang="en" sz="3000">
                <a:solidFill>
                  <a:schemeClr val="dk1"/>
                </a:solidFill>
                <a:latin typeface="Calibri"/>
                <a:ea typeface="Calibri"/>
                <a:cs typeface="Calibri"/>
                <a:sym typeface="Calibri"/>
              </a:rPr>
              <a:t> (p.5)</a:t>
            </a:r>
            <a:endParaRPr sz="3000">
              <a:solidFill>
                <a:schemeClr val="dk1"/>
              </a:solidFill>
              <a:latin typeface="Calibri"/>
              <a:ea typeface="Calibri"/>
              <a:cs typeface="Calibri"/>
              <a:sym typeface="Calibri"/>
            </a:endParaRPr>
          </a:p>
        </p:txBody>
      </p:sp>
      <p:sp>
        <p:nvSpPr>
          <p:cNvPr id="314" name="Google Shape;314;p84"/>
          <p:cNvSpPr txBox="1"/>
          <p:nvPr/>
        </p:nvSpPr>
        <p:spPr>
          <a:xfrm>
            <a:off x="0" y="4210000"/>
            <a:ext cx="9144000" cy="93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FFFFFF"/>
              </a:buClr>
              <a:buFont typeface="Arial"/>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Schön, D. A. (1983). The reflective practitioner:</a:t>
            </a:r>
            <a:endParaRPr sz="1000">
              <a:solidFill>
                <a:srgbClr val="FFFFFF"/>
              </a:solidFill>
              <a:latin typeface="Calibri"/>
              <a:ea typeface="Calibri"/>
              <a:cs typeface="Calibri"/>
              <a:sym typeface="Calibri"/>
            </a:endParaRPr>
          </a:p>
          <a:p>
            <a:pPr marL="0" marR="0" lvl="0" indent="0" algn="r" rtl="0">
              <a:lnSpc>
                <a:spcPct val="100000"/>
              </a:lnSpc>
              <a:spcBef>
                <a:spcPts val="0"/>
              </a:spcBef>
              <a:spcAft>
                <a:spcPts val="0"/>
              </a:spcAft>
              <a:buClr>
                <a:srgbClr val="FFFFFF"/>
              </a:buClr>
              <a:buFont typeface="Arial"/>
              <a:buNone/>
            </a:pP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How professionals think in action (Vol. 5126)</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 Basic books.</a:t>
            </a:r>
            <a:endParaRPr sz="1000">
              <a:solidFill>
                <a:srgbClr val="FFFFF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9"/>
        <p:cNvGrpSpPr/>
        <p:nvPr/>
      </p:nvGrpSpPr>
      <p:grpSpPr>
        <a:xfrm>
          <a:off x="0" y="0"/>
          <a:ext cx="0" cy="0"/>
          <a:chOff x="0" y="0"/>
          <a:chExt cx="0" cy="0"/>
        </a:xfrm>
      </p:grpSpPr>
      <p:pic>
        <p:nvPicPr>
          <p:cNvPr id="320" name="Google Shape;320;p85"/>
          <p:cNvPicPr preferRelativeResize="0"/>
          <p:nvPr/>
        </p:nvPicPr>
        <p:blipFill>
          <a:blip r:embed="rId3">
            <a:alphaModFix/>
          </a:blip>
          <a:stretch>
            <a:fillRect/>
          </a:stretch>
        </p:blipFill>
        <p:spPr>
          <a:xfrm>
            <a:off x="-6800" y="-50200"/>
            <a:ext cx="9233244" cy="5193700"/>
          </a:xfrm>
          <a:prstGeom prst="rect">
            <a:avLst/>
          </a:prstGeom>
          <a:noFill/>
          <a:ln>
            <a:noFill/>
          </a:ln>
        </p:spPr>
      </p:pic>
      <p:sp>
        <p:nvSpPr>
          <p:cNvPr id="321" name="Google Shape;321;p85"/>
          <p:cNvSpPr txBox="1"/>
          <p:nvPr/>
        </p:nvSpPr>
        <p:spPr>
          <a:xfrm>
            <a:off x="-17175" y="0"/>
            <a:ext cx="9161100" cy="4014000"/>
          </a:xfrm>
          <a:prstGeom prst="rect">
            <a:avLst/>
          </a:prstGeom>
          <a:noFill/>
          <a:ln>
            <a:noFill/>
          </a:ln>
        </p:spPr>
        <p:txBody>
          <a:bodyPr spcFirstLastPara="1" wrap="square" lIns="91425" tIns="91425" rIns="91425" bIns="91425" anchor="ctr" anchorCtr="0">
            <a:noAutofit/>
          </a:bodyPr>
          <a:lstStyle/>
          <a:p>
            <a:pPr marL="0" lvl="0" indent="457200" algn="ctr" rtl="0">
              <a:spcBef>
                <a:spcPts val="0"/>
              </a:spcBef>
              <a:spcAft>
                <a:spcPts val="0"/>
              </a:spcAft>
              <a:buNone/>
            </a:pPr>
            <a:endParaRPr sz="3600">
              <a:solidFill>
                <a:srgbClr val="FFFFFF"/>
              </a:solidFill>
              <a:latin typeface="Calibri"/>
              <a:ea typeface="Calibri"/>
              <a:cs typeface="Calibri"/>
              <a:sym typeface="Calibri"/>
            </a:endParaRPr>
          </a:p>
          <a:p>
            <a:pPr marL="0" lvl="0" indent="457200" algn="ctr" rtl="0">
              <a:spcBef>
                <a:spcPts val="0"/>
              </a:spcBef>
              <a:spcAft>
                <a:spcPts val="0"/>
              </a:spcAft>
              <a:buNone/>
            </a:pPr>
            <a:endParaRPr sz="3600">
              <a:solidFill>
                <a:srgbClr val="FFFFFF"/>
              </a:solidFill>
              <a:latin typeface="Calibri"/>
              <a:ea typeface="Calibri"/>
              <a:cs typeface="Calibri"/>
              <a:sym typeface="Calibri"/>
            </a:endParaRPr>
          </a:p>
          <a:p>
            <a:pPr marL="0" lvl="0" indent="457200" algn="ctr" rtl="0">
              <a:spcBef>
                <a:spcPts val="0"/>
              </a:spcBef>
              <a:spcAft>
                <a:spcPts val="0"/>
              </a:spcAft>
              <a:buNone/>
            </a:pPr>
            <a:endParaRPr sz="3600">
              <a:solidFill>
                <a:srgbClr val="FFFFFF"/>
              </a:solidFill>
              <a:latin typeface="Calibri"/>
              <a:ea typeface="Calibri"/>
              <a:cs typeface="Calibri"/>
              <a:sym typeface="Calibri"/>
            </a:endParaRPr>
          </a:p>
          <a:p>
            <a:pPr marL="0" lvl="0" indent="457200" algn="ctr" rtl="0">
              <a:spcBef>
                <a:spcPts val="0"/>
              </a:spcBef>
              <a:spcAft>
                <a:spcPts val="0"/>
              </a:spcAft>
              <a:buNone/>
            </a:pPr>
            <a:endParaRPr sz="3600">
              <a:solidFill>
                <a:srgbClr val="FFFFFF"/>
              </a:solidFill>
              <a:latin typeface="Calibri"/>
              <a:ea typeface="Calibri"/>
              <a:cs typeface="Calibri"/>
              <a:sym typeface="Calibri"/>
            </a:endParaRPr>
          </a:p>
          <a:p>
            <a:pPr marL="0" lvl="0" indent="457200" algn="ctr" rtl="0">
              <a:spcBef>
                <a:spcPts val="0"/>
              </a:spcBef>
              <a:spcAft>
                <a:spcPts val="0"/>
              </a:spcAft>
              <a:buNone/>
            </a:pPr>
            <a:endParaRPr sz="3600">
              <a:solidFill>
                <a:srgbClr val="FFFFFF"/>
              </a:solidFill>
              <a:latin typeface="Calibri"/>
              <a:ea typeface="Calibri"/>
              <a:cs typeface="Calibri"/>
              <a:sym typeface="Calibri"/>
            </a:endParaRPr>
          </a:p>
          <a:p>
            <a:pPr marL="0" lvl="0" indent="457200" algn="ctr" rtl="0">
              <a:spcBef>
                <a:spcPts val="0"/>
              </a:spcBef>
              <a:spcAft>
                <a:spcPts val="0"/>
              </a:spcAft>
              <a:buNone/>
            </a:pPr>
            <a:endParaRPr sz="3600">
              <a:solidFill>
                <a:srgbClr val="FFFFFF"/>
              </a:solidFill>
              <a:latin typeface="Calibri"/>
              <a:ea typeface="Calibri"/>
              <a:cs typeface="Calibri"/>
              <a:sym typeface="Calibri"/>
            </a:endParaRPr>
          </a:p>
          <a:p>
            <a:pPr marL="0" lvl="0" indent="457200" algn="ctr" rtl="0">
              <a:spcBef>
                <a:spcPts val="0"/>
              </a:spcBef>
              <a:spcAft>
                <a:spcPts val="0"/>
              </a:spcAft>
              <a:buNone/>
            </a:pPr>
            <a:r>
              <a:rPr lang="en" sz="3000" i="1">
                <a:solidFill>
                  <a:srgbClr val="FFFFFF"/>
                </a:solidFill>
                <a:latin typeface="Calibri"/>
                <a:ea typeface="Calibri"/>
                <a:cs typeface="Calibri"/>
                <a:sym typeface="Calibri"/>
              </a:rPr>
              <a:t>“people in this country have had enough of experts”</a:t>
            </a:r>
            <a:endParaRPr sz="3000" i="1">
              <a:solidFill>
                <a:srgbClr val="FFFFFF"/>
              </a:solidFill>
              <a:latin typeface="Calibri"/>
              <a:ea typeface="Calibri"/>
              <a:cs typeface="Calibri"/>
              <a:sym typeface="Calibri"/>
            </a:endParaRPr>
          </a:p>
        </p:txBody>
      </p:sp>
      <p:sp>
        <p:nvSpPr>
          <p:cNvPr id="322" name="Google Shape;322;p85"/>
          <p:cNvSpPr txBox="1"/>
          <p:nvPr/>
        </p:nvSpPr>
        <p:spPr>
          <a:xfrm>
            <a:off x="0" y="4210000"/>
            <a:ext cx="9144000" cy="93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FFFFFF"/>
              </a:buClr>
              <a:buFont typeface="Arial"/>
              <a:buNone/>
            </a:pPr>
            <a:r>
              <a:rPr lang="en" sz="1000">
                <a:solidFill>
                  <a:srgbClr val="FFFFFF"/>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Mance, H. (2016, June 3). Britain has had enough of experts, says Gove.</a:t>
            </a:r>
            <a:endParaRPr sz="1000">
              <a:solidFill>
                <a:srgbClr val="FFFFFF"/>
              </a:solidFill>
              <a:latin typeface="Calibri"/>
              <a:ea typeface="Calibri"/>
              <a:cs typeface="Calibri"/>
              <a:sym typeface="Calibri"/>
            </a:endParaRPr>
          </a:p>
          <a:p>
            <a:pPr marL="0" marR="0" lvl="0" indent="0" algn="r" rtl="0">
              <a:lnSpc>
                <a:spcPct val="100000"/>
              </a:lnSpc>
              <a:spcBef>
                <a:spcPts val="0"/>
              </a:spcBef>
              <a:spcAft>
                <a:spcPts val="0"/>
              </a:spcAft>
              <a:buClr>
                <a:srgbClr val="FFFFFF"/>
              </a:buClr>
              <a:buFont typeface="Arial"/>
              <a:buNone/>
            </a:pPr>
            <a:r>
              <a:rPr lang="en" sz="1000">
                <a:solidFill>
                  <a:srgbClr val="FFFFFF"/>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Financial Times. Retrieved from https://www.ft.com</a:t>
            </a:r>
            <a:endParaRPr sz="1000">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7"/>
        <p:cNvGrpSpPr/>
        <p:nvPr/>
      </p:nvGrpSpPr>
      <p:grpSpPr>
        <a:xfrm>
          <a:off x="0" y="0"/>
          <a:ext cx="0" cy="0"/>
          <a:chOff x="0" y="0"/>
          <a:chExt cx="0" cy="0"/>
        </a:xfrm>
      </p:grpSpPr>
      <p:pic>
        <p:nvPicPr>
          <p:cNvPr id="328" name="Google Shape;328;p86"/>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329" name="Google Shape;329;p86"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330" name="Google Shape;330;p86"/>
          <p:cNvSpPr txBox="1"/>
          <p:nvPr/>
        </p:nvSpPr>
        <p:spPr>
          <a:xfrm>
            <a:off x="461425" y="19850"/>
            <a:ext cx="8220600" cy="419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4000">
                <a:latin typeface="Calibri"/>
                <a:ea typeface="Calibri"/>
                <a:cs typeface="Calibri"/>
                <a:sym typeface="Calibri"/>
              </a:rPr>
              <a:t>What can we, as researchers, do to become more aware of citizen science in our professional practice?</a:t>
            </a:r>
            <a:endParaRPr sz="40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5"/>
        <p:cNvGrpSpPr/>
        <p:nvPr/>
      </p:nvGrpSpPr>
      <p:grpSpPr>
        <a:xfrm>
          <a:off x="0" y="0"/>
          <a:ext cx="0" cy="0"/>
          <a:chOff x="0" y="0"/>
          <a:chExt cx="0" cy="0"/>
        </a:xfrm>
      </p:grpSpPr>
      <p:pic>
        <p:nvPicPr>
          <p:cNvPr id="336" name="Google Shape;336;p87"/>
          <p:cNvPicPr preferRelativeResize="0"/>
          <p:nvPr/>
        </p:nvPicPr>
        <p:blipFill rotWithShape="1">
          <a:blip r:embed="rId3">
            <a:alphaModFix/>
          </a:blip>
          <a:srcRect r="2353" b="2353"/>
          <a:stretch/>
        </p:blipFill>
        <p:spPr>
          <a:xfrm>
            <a:off x="0" y="0"/>
            <a:ext cx="9144000" cy="5143500"/>
          </a:xfrm>
          <a:prstGeom prst="rect">
            <a:avLst/>
          </a:prstGeom>
          <a:noFill/>
          <a:ln>
            <a:noFill/>
          </a:ln>
        </p:spPr>
      </p:pic>
      <p:sp>
        <p:nvSpPr>
          <p:cNvPr id="337" name="Google Shape;337;p87"/>
          <p:cNvSpPr txBox="1"/>
          <p:nvPr/>
        </p:nvSpPr>
        <p:spPr>
          <a:xfrm>
            <a:off x="0" y="0"/>
            <a:ext cx="9144000" cy="5143500"/>
          </a:xfrm>
          <a:prstGeom prst="rect">
            <a:avLst/>
          </a:prstGeom>
          <a:noFill/>
          <a:ln>
            <a:noFill/>
          </a:ln>
        </p:spPr>
        <p:txBody>
          <a:bodyPr spcFirstLastPara="1" wrap="square" lIns="91425" tIns="91425" rIns="91425" bIns="91425" anchor="ctr" anchorCtr="0">
            <a:noAutofit/>
          </a:bodyPr>
          <a:lstStyle/>
          <a:p>
            <a:pPr marL="0" lvl="0" indent="457200" algn="l" rtl="0">
              <a:spcBef>
                <a:spcPts val="0"/>
              </a:spcBef>
              <a:spcAft>
                <a:spcPts val="0"/>
              </a:spcAft>
              <a:buNone/>
            </a:pPr>
            <a:r>
              <a:rPr lang="en" sz="3600">
                <a:solidFill>
                  <a:srgbClr val="FFFFFF"/>
                </a:solidFill>
                <a:latin typeface="Calibri"/>
                <a:ea typeface="Calibri"/>
                <a:cs typeface="Calibri"/>
                <a:sym typeface="Calibri"/>
              </a:rPr>
              <a:t>Reflective Practice</a:t>
            </a:r>
            <a:endParaRPr sz="3600">
              <a:solidFill>
                <a:srgbClr val="FFFFFF"/>
              </a:solidFill>
              <a:latin typeface="Calibri"/>
              <a:ea typeface="Calibri"/>
              <a:cs typeface="Calibri"/>
              <a:sym typeface="Calibri"/>
            </a:endParaRPr>
          </a:p>
          <a:p>
            <a:pPr marL="0" lvl="0" indent="457200" algn="l" rtl="0">
              <a:spcBef>
                <a:spcPts val="0"/>
              </a:spcBef>
              <a:spcAft>
                <a:spcPts val="0"/>
              </a:spcAft>
              <a:buNone/>
            </a:pPr>
            <a:endParaRPr sz="3600">
              <a:solidFill>
                <a:srgbClr val="FFFFFF"/>
              </a:solidFill>
              <a:latin typeface="Calibri"/>
              <a:ea typeface="Calibri"/>
              <a:cs typeface="Calibri"/>
              <a:sym typeface="Calibri"/>
            </a:endParaRPr>
          </a:p>
          <a:p>
            <a:pPr marL="0" lvl="0" indent="457200" algn="l" rtl="0">
              <a:spcBef>
                <a:spcPts val="0"/>
              </a:spcBef>
              <a:spcAft>
                <a:spcPts val="0"/>
              </a:spcAft>
              <a:buNone/>
            </a:pPr>
            <a:endParaRPr sz="3600">
              <a:solidFill>
                <a:srgbClr val="FFFFFF"/>
              </a:solidFill>
              <a:latin typeface="Calibri"/>
              <a:ea typeface="Calibri"/>
              <a:cs typeface="Calibri"/>
              <a:sym typeface="Calibri"/>
            </a:endParaRPr>
          </a:p>
          <a:p>
            <a:pPr marL="0" lvl="0" indent="457200" algn="l" rtl="0">
              <a:spcBef>
                <a:spcPts val="0"/>
              </a:spcBef>
              <a:spcAft>
                <a:spcPts val="0"/>
              </a:spcAft>
              <a:buNone/>
            </a:pPr>
            <a:endParaRPr sz="3600">
              <a:solidFill>
                <a:srgbClr val="FFFFFF"/>
              </a:solidFill>
              <a:latin typeface="Calibri"/>
              <a:ea typeface="Calibri"/>
              <a:cs typeface="Calibri"/>
              <a:sym typeface="Calibri"/>
            </a:endParaRPr>
          </a:p>
          <a:p>
            <a:pPr marL="0" lvl="0" indent="457200" algn="l" rtl="0">
              <a:spcBef>
                <a:spcPts val="0"/>
              </a:spcBef>
              <a:spcAft>
                <a:spcPts val="0"/>
              </a:spcAft>
              <a:buNone/>
            </a:pPr>
            <a:endParaRPr sz="3600">
              <a:solidFill>
                <a:srgbClr val="FFFFFF"/>
              </a:solidFill>
              <a:latin typeface="Calibri"/>
              <a:ea typeface="Calibri"/>
              <a:cs typeface="Calibri"/>
              <a:sym typeface="Calibri"/>
            </a:endParaRPr>
          </a:p>
          <a:p>
            <a:pPr marL="0" lvl="0" indent="457200" algn="l" rtl="0">
              <a:spcBef>
                <a:spcPts val="0"/>
              </a:spcBef>
              <a:spcAft>
                <a:spcPts val="0"/>
              </a:spcAft>
              <a:buNone/>
            </a:pPr>
            <a:endParaRPr sz="3600">
              <a:solidFill>
                <a:srgbClr val="FFFFFF"/>
              </a:solidFill>
              <a:latin typeface="Calibri"/>
              <a:ea typeface="Calibri"/>
              <a:cs typeface="Calibri"/>
              <a:sym typeface="Calibri"/>
            </a:endParaRPr>
          </a:p>
          <a:p>
            <a:pPr marL="0" lvl="0" indent="457200" algn="l" rtl="0">
              <a:spcBef>
                <a:spcPts val="0"/>
              </a:spcBef>
              <a:spcAft>
                <a:spcPts val="0"/>
              </a:spcAft>
              <a:buNone/>
            </a:pPr>
            <a:endParaRPr sz="3600">
              <a:solidFill>
                <a:srgbClr val="FFFFFF"/>
              </a:solidFill>
              <a:latin typeface="Calibri"/>
              <a:ea typeface="Calibri"/>
              <a:cs typeface="Calibri"/>
              <a:sym typeface="Calibri"/>
            </a:endParaRPr>
          </a:p>
          <a:p>
            <a:pPr marL="0" lvl="0" indent="457200" algn="l" rtl="0">
              <a:spcBef>
                <a:spcPts val="0"/>
              </a:spcBef>
              <a:spcAft>
                <a:spcPts val="0"/>
              </a:spcAft>
              <a:buNone/>
            </a:pPr>
            <a:endParaRPr sz="3600">
              <a:solidFill>
                <a:srgbClr val="FFFF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pic>
        <p:nvPicPr>
          <p:cNvPr id="343" name="Google Shape;343;p88"/>
          <p:cNvPicPr preferRelativeResize="0"/>
          <p:nvPr/>
        </p:nvPicPr>
        <p:blipFill>
          <a:blip r:embed="rId3">
            <a:alphaModFix/>
          </a:blip>
          <a:stretch>
            <a:fillRect/>
          </a:stretch>
        </p:blipFill>
        <p:spPr>
          <a:xfrm>
            <a:off x="1468620" y="0"/>
            <a:ext cx="6206761" cy="5109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8"/>
        <p:cNvGrpSpPr/>
        <p:nvPr/>
      </p:nvGrpSpPr>
      <p:grpSpPr>
        <a:xfrm>
          <a:off x="0" y="0"/>
          <a:ext cx="0" cy="0"/>
          <a:chOff x="0" y="0"/>
          <a:chExt cx="0" cy="0"/>
        </a:xfrm>
      </p:grpSpPr>
      <p:pic>
        <p:nvPicPr>
          <p:cNvPr id="349" name="Google Shape;349;p89"/>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350" name="Google Shape;350;p89"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351" name="Google Shape;351;p89"/>
          <p:cNvSpPr txBox="1"/>
          <p:nvPr/>
        </p:nvSpPr>
        <p:spPr>
          <a:xfrm>
            <a:off x="501550" y="0"/>
            <a:ext cx="8116200" cy="421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4000" b="1">
                <a:solidFill>
                  <a:schemeClr val="dk1"/>
                </a:solidFill>
                <a:latin typeface="Calibri"/>
                <a:ea typeface="Calibri"/>
                <a:cs typeface="Calibri"/>
                <a:sym typeface="Calibri"/>
              </a:rPr>
              <a:t>Reflection:</a:t>
            </a:r>
            <a:endParaRPr sz="4000" b="1">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 sz="4000">
                <a:solidFill>
                  <a:schemeClr val="dk1"/>
                </a:solidFill>
                <a:latin typeface="Calibri"/>
                <a:ea typeface="Calibri"/>
                <a:cs typeface="Calibri"/>
                <a:sym typeface="Calibri"/>
              </a:rPr>
              <a:t>Self-observation and self-evaluation</a:t>
            </a:r>
            <a:endParaRPr sz="4000">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 sz="4000">
                <a:solidFill>
                  <a:schemeClr val="dk1"/>
                </a:solidFill>
                <a:latin typeface="Calibri"/>
                <a:ea typeface="Calibri"/>
                <a:cs typeface="Calibri"/>
                <a:sym typeface="Calibri"/>
              </a:rPr>
              <a:t>(surface-level)</a:t>
            </a:r>
            <a:endParaRPr sz="40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1">
                                            <p:txEl>
                                              <p:pRg st="0" end="0"/>
                                            </p:txEl>
                                          </p:spTgt>
                                        </p:tgtEl>
                                        <p:attrNameLst>
                                          <p:attrName>style.visibility</p:attrName>
                                        </p:attrNameLst>
                                      </p:cBhvr>
                                      <p:to>
                                        <p:strVal val="visible"/>
                                      </p:to>
                                    </p:set>
                                    <p:animEffect transition="in" filter="fade">
                                      <p:cBhvr>
                                        <p:cTn id="7" dur="1000"/>
                                        <p:tgtEl>
                                          <p:spTgt spid="3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1">
                                            <p:txEl>
                                              <p:pRg st="1" end="1"/>
                                            </p:txEl>
                                          </p:spTgt>
                                        </p:tgtEl>
                                        <p:attrNameLst>
                                          <p:attrName>style.visibility</p:attrName>
                                        </p:attrNameLst>
                                      </p:cBhvr>
                                      <p:to>
                                        <p:strVal val="visible"/>
                                      </p:to>
                                    </p:set>
                                    <p:animEffect transition="in" filter="fade">
                                      <p:cBhvr>
                                        <p:cTn id="12" dur="1000"/>
                                        <p:tgtEl>
                                          <p:spTgt spid="3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1">
                                            <p:txEl>
                                              <p:pRg st="2" end="2"/>
                                            </p:txEl>
                                          </p:spTgt>
                                        </p:tgtEl>
                                        <p:attrNameLst>
                                          <p:attrName>style.visibility</p:attrName>
                                        </p:attrNameLst>
                                      </p:cBhvr>
                                      <p:to>
                                        <p:strVal val="visible"/>
                                      </p:to>
                                    </p:set>
                                    <p:animEffect transition="in" filter="fade">
                                      <p:cBhvr>
                                        <p:cTn id="17" dur="1000"/>
                                        <p:tgtEl>
                                          <p:spTgt spid="3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6"/>
        <p:cNvGrpSpPr/>
        <p:nvPr/>
      </p:nvGrpSpPr>
      <p:grpSpPr>
        <a:xfrm>
          <a:off x="0" y="0"/>
          <a:ext cx="0" cy="0"/>
          <a:chOff x="0" y="0"/>
          <a:chExt cx="0" cy="0"/>
        </a:xfrm>
      </p:grpSpPr>
      <p:pic>
        <p:nvPicPr>
          <p:cNvPr id="357" name="Google Shape;357;p90"/>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358" name="Google Shape;358;p90"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359" name="Google Shape;359;p90"/>
          <p:cNvSpPr txBox="1"/>
          <p:nvPr/>
        </p:nvSpPr>
        <p:spPr>
          <a:xfrm>
            <a:off x="501550" y="0"/>
            <a:ext cx="8116200" cy="421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4000" b="1">
                <a:solidFill>
                  <a:schemeClr val="dk1"/>
                </a:solidFill>
                <a:latin typeface="Calibri"/>
                <a:ea typeface="Calibri"/>
                <a:cs typeface="Calibri"/>
                <a:sym typeface="Calibri"/>
              </a:rPr>
              <a:t>Critical Reflection:</a:t>
            </a:r>
            <a:endParaRPr sz="4000" b="1">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 sz="4000">
                <a:solidFill>
                  <a:schemeClr val="dk1"/>
                </a:solidFill>
                <a:latin typeface="Calibri"/>
                <a:ea typeface="Calibri"/>
                <a:cs typeface="Calibri"/>
                <a:sym typeface="Calibri"/>
              </a:rPr>
              <a:t>Deeper analysis of personal actions within wider </a:t>
            </a:r>
            <a:r>
              <a:rPr lang="en" sz="4000" i="1">
                <a:solidFill>
                  <a:schemeClr val="dk1"/>
                </a:solidFill>
                <a:latin typeface="Calibri"/>
                <a:ea typeface="Calibri"/>
                <a:cs typeface="Calibri"/>
                <a:sym typeface="Calibri"/>
              </a:rPr>
              <a:t>socio - politico - historical - economic - cultural</a:t>
            </a:r>
            <a:r>
              <a:rPr lang="en" sz="4000">
                <a:solidFill>
                  <a:schemeClr val="dk1"/>
                </a:solidFill>
                <a:latin typeface="Calibri"/>
                <a:ea typeface="Calibri"/>
                <a:cs typeface="Calibri"/>
                <a:sym typeface="Calibri"/>
              </a:rPr>
              <a:t> contexts</a:t>
            </a:r>
            <a:endParaRPr sz="40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9">
                                            <p:txEl>
                                              <p:pRg st="0" end="0"/>
                                            </p:txEl>
                                          </p:spTgt>
                                        </p:tgtEl>
                                        <p:attrNameLst>
                                          <p:attrName>style.visibility</p:attrName>
                                        </p:attrNameLst>
                                      </p:cBhvr>
                                      <p:to>
                                        <p:strVal val="visible"/>
                                      </p:to>
                                    </p:set>
                                    <p:animEffect transition="in" filter="fade">
                                      <p:cBhvr>
                                        <p:cTn id="7" dur="1000"/>
                                        <p:tgtEl>
                                          <p:spTgt spid="3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9">
                                            <p:txEl>
                                              <p:pRg st="1" end="1"/>
                                            </p:txEl>
                                          </p:spTgt>
                                        </p:tgtEl>
                                        <p:attrNameLst>
                                          <p:attrName>style.visibility</p:attrName>
                                        </p:attrNameLst>
                                      </p:cBhvr>
                                      <p:to>
                                        <p:strVal val="visible"/>
                                      </p:to>
                                    </p:set>
                                    <p:animEffect transition="in" filter="fade">
                                      <p:cBhvr>
                                        <p:cTn id="12" dur="1000"/>
                                        <p:tgtEl>
                                          <p:spTgt spid="3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4"/>
        <p:cNvGrpSpPr/>
        <p:nvPr/>
      </p:nvGrpSpPr>
      <p:grpSpPr>
        <a:xfrm>
          <a:off x="0" y="0"/>
          <a:ext cx="0" cy="0"/>
          <a:chOff x="0" y="0"/>
          <a:chExt cx="0" cy="0"/>
        </a:xfrm>
      </p:grpSpPr>
      <p:pic>
        <p:nvPicPr>
          <p:cNvPr id="365" name="Google Shape;365;p91"/>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366" name="Google Shape;366;p91"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367" name="Google Shape;367;p91"/>
          <p:cNvSpPr txBox="1"/>
          <p:nvPr/>
        </p:nvSpPr>
        <p:spPr>
          <a:xfrm>
            <a:off x="0" y="4210000"/>
            <a:ext cx="9144000" cy="93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FFFFFF"/>
              </a:buClr>
              <a:buFont typeface="Arial"/>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Brookfield, S. (2009).</a:t>
            </a:r>
            <a:endParaRPr/>
          </a:p>
          <a:p>
            <a:pPr marL="0" marR="0" lvl="0" indent="0" algn="r" rtl="0">
              <a:lnSpc>
                <a:spcPct val="100000"/>
              </a:lnSpc>
              <a:spcBef>
                <a:spcPts val="0"/>
              </a:spcBef>
              <a:spcAft>
                <a:spcPts val="0"/>
              </a:spcAft>
              <a:buClr>
                <a:srgbClr val="FFFFFF"/>
              </a:buClr>
              <a:buFont typeface="Arial"/>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The concept of critical reflection: Promises and contradictions.</a:t>
            </a:r>
            <a:endParaRPr sz="1000">
              <a:solidFill>
                <a:srgbClr val="FFFFFF"/>
              </a:solidFill>
              <a:latin typeface="Calibri"/>
              <a:ea typeface="Calibri"/>
              <a:cs typeface="Calibri"/>
              <a:sym typeface="Calibri"/>
            </a:endParaRPr>
          </a:p>
          <a:p>
            <a:pPr marL="0" marR="0" lvl="0" indent="0" algn="r" rtl="0">
              <a:lnSpc>
                <a:spcPct val="100000"/>
              </a:lnSpc>
              <a:spcBef>
                <a:spcPts val="0"/>
              </a:spcBef>
              <a:spcAft>
                <a:spcPts val="0"/>
              </a:spcAft>
              <a:buClr>
                <a:srgbClr val="FFFFFF"/>
              </a:buClr>
              <a:buFont typeface="Arial"/>
              <a:buNone/>
            </a:pP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European Journal of Social Work</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 </a:t>
            </a: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12</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(3), 293-304.</a:t>
            </a:r>
            <a:endParaRPr sz="1000">
              <a:solidFill>
                <a:srgbClr val="FFFFFF"/>
              </a:solidFill>
              <a:latin typeface="Calibri"/>
              <a:ea typeface="Calibri"/>
              <a:cs typeface="Calibri"/>
              <a:sym typeface="Calibri"/>
            </a:endParaRPr>
          </a:p>
        </p:txBody>
      </p:sp>
      <p:sp>
        <p:nvSpPr>
          <p:cNvPr id="368" name="Google Shape;368;p91"/>
          <p:cNvSpPr txBox="1"/>
          <p:nvPr/>
        </p:nvSpPr>
        <p:spPr>
          <a:xfrm>
            <a:off x="545475" y="0"/>
            <a:ext cx="8039400" cy="421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i="1">
                <a:solidFill>
                  <a:schemeClr val="dk1"/>
                </a:solidFill>
                <a:latin typeface="Calibri"/>
                <a:ea typeface="Calibri"/>
                <a:cs typeface="Calibri"/>
                <a:sym typeface="Calibri"/>
              </a:rPr>
              <a:t>“critical reflection calls into question the power relationships that allow, or promote, one particular set of practices over others”</a:t>
            </a:r>
            <a:r>
              <a:rPr lang="en" sz="2500">
                <a:solidFill>
                  <a:schemeClr val="dk1"/>
                </a:solidFill>
                <a:latin typeface="Calibri"/>
                <a:ea typeface="Calibri"/>
                <a:cs typeface="Calibri"/>
                <a:sym typeface="Calibri"/>
              </a:rPr>
              <a:t> (p. 294) </a:t>
            </a:r>
            <a:endParaRPr sz="25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3"/>
        <p:cNvGrpSpPr/>
        <p:nvPr/>
      </p:nvGrpSpPr>
      <p:grpSpPr>
        <a:xfrm>
          <a:off x="0" y="0"/>
          <a:ext cx="0" cy="0"/>
          <a:chOff x="0" y="0"/>
          <a:chExt cx="0" cy="0"/>
        </a:xfrm>
      </p:grpSpPr>
      <p:pic>
        <p:nvPicPr>
          <p:cNvPr id="374" name="Google Shape;374;p92"/>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375" name="Google Shape;375;p92"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376" name="Google Shape;376;p92"/>
          <p:cNvSpPr txBox="1"/>
          <p:nvPr/>
        </p:nvSpPr>
        <p:spPr>
          <a:xfrm>
            <a:off x="420625" y="0"/>
            <a:ext cx="8274600" cy="4210200"/>
          </a:xfrm>
          <a:prstGeom prst="rect">
            <a:avLst/>
          </a:prstGeom>
          <a:noFill/>
          <a:ln>
            <a:noFill/>
          </a:ln>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n" sz="2000" i="1">
                <a:latin typeface="Calibri"/>
                <a:ea typeface="Calibri"/>
                <a:cs typeface="Calibri"/>
                <a:sym typeface="Calibri"/>
              </a:rPr>
              <a:t>“One of the key emerging recommendations is to align educational learning outcomes with citizen science project goals at the planning stage of the project using co-creation approaches to ensure issues of accessibility and inclusivity are paramount throughout the design and implementation of every project. </a:t>
            </a:r>
            <a:endParaRPr sz="2000" i="1">
              <a:latin typeface="Calibri"/>
              <a:ea typeface="Calibri"/>
              <a:cs typeface="Calibri"/>
              <a:sym typeface="Calibri"/>
            </a:endParaRPr>
          </a:p>
          <a:p>
            <a:pPr marL="0" lvl="0" indent="0" algn="ctr" rtl="0">
              <a:lnSpc>
                <a:spcPct val="150000"/>
              </a:lnSpc>
              <a:spcBef>
                <a:spcPts val="0"/>
              </a:spcBef>
              <a:spcAft>
                <a:spcPts val="0"/>
              </a:spcAft>
              <a:buClr>
                <a:schemeClr val="dk1"/>
              </a:buClr>
              <a:buSzPts val="1100"/>
              <a:buFont typeface="Arial"/>
              <a:buNone/>
            </a:pPr>
            <a:endParaRPr sz="2000" i="1">
              <a:latin typeface="Calibri"/>
              <a:ea typeface="Calibri"/>
              <a:cs typeface="Calibri"/>
              <a:sym typeface="Calibri"/>
            </a:endParaRPr>
          </a:p>
          <a:p>
            <a:pPr marL="0" lvl="0" indent="0" algn="ctr" rtl="0">
              <a:lnSpc>
                <a:spcPct val="150000"/>
              </a:lnSpc>
              <a:spcBef>
                <a:spcPts val="0"/>
              </a:spcBef>
              <a:spcAft>
                <a:spcPts val="0"/>
              </a:spcAft>
              <a:buClr>
                <a:schemeClr val="dk1"/>
              </a:buClr>
              <a:buSzPts val="1100"/>
              <a:buFont typeface="Arial"/>
              <a:buNone/>
            </a:pPr>
            <a:r>
              <a:rPr lang="en" sz="2000" i="1">
                <a:latin typeface="Calibri"/>
                <a:ea typeface="Calibri"/>
                <a:cs typeface="Calibri"/>
                <a:sym typeface="Calibri"/>
              </a:rPr>
              <a:t>Only then can citizen science realise its true potential to empower citizens to take ownership of their own science education and learning.” </a:t>
            </a:r>
            <a:r>
              <a:rPr lang="en" sz="2000">
                <a:latin typeface="Calibri"/>
                <a:ea typeface="Calibri"/>
                <a:cs typeface="Calibri"/>
                <a:sym typeface="Calibri"/>
              </a:rPr>
              <a:t>(p. 1)</a:t>
            </a:r>
            <a:endParaRPr sz="2000">
              <a:latin typeface="Calibri"/>
              <a:ea typeface="Calibri"/>
              <a:cs typeface="Calibri"/>
              <a:sym typeface="Calibri"/>
            </a:endParaRPr>
          </a:p>
        </p:txBody>
      </p:sp>
      <p:sp>
        <p:nvSpPr>
          <p:cNvPr id="377" name="Google Shape;377;p92"/>
          <p:cNvSpPr txBox="1"/>
          <p:nvPr/>
        </p:nvSpPr>
        <p:spPr>
          <a:xfrm>
            <a:off x="0" y="4210050"/>
            <a:ext cx="9144000" cy="933600"/>
          </a:xfrm>
          <a:prstGeom prst="rect">
            <a:avLst/>
          </a:prstGeom>
          <a:noFill/>
          <a:ln>
            <a:noFill/>
          </a:ln>
        </p:spPr>
        <p:txBody>
          <a:bodyPr spcFirstLastPara="1" wrap="square" lIns="91425" tIns="91425" rIns="91425" bIns="91425" anchor="ctr" anchorCtr="0">
            <a:noAutofit/>
          </a:bodyPr>
          <a:lstStyle/>
          <a:p>
            <a:pPr marL="1371600" lvl="0" indent="-457200" algn="r" rtl="0">
              <a:spcBef>
                <a:spcPts val="0"/>
              </a:spcBef>
              <a:spcAft>
                <a:spcPts val="0"/>
              </a:spcAft>
              <a:buNone/>
            </a:pPr>
            <a:r>
              <a:rPr lang="en" sz="1000">
                <a:solidFill>
                  <a:schemeClr val="lt1"/>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Roche, J., Bell, L., Galvão, C., Golumbic, Y. N., Kloetzer, L., Knoben, N., Laakso, M., Lorke, J., </a:t>
            </a:r>
            <a:endParaRPr sz="1000">
              <a:solidFill>
                <a:schemeClr val="lt1"/>
              </a:solidFill>
              <a:latin typeface="Calibri"/>
              <a:ea typeface="Calibri"/>
              <a:cs typeface="Calibri"/>
              <a:sym typeface="Calibri"/>
            </a:endParaRPr>
          </a:p>
          <a:p>
            <a:pPr marL="1371600" lvl="0" indent="-457200" algn="r" rtl="0">
              <a:spcBef>
                <a:spcPts val="0"/>
              </a:spcBef>
              <a:spcAft>
                <a:spcPts val="0"/>
              </a:spcAft>
              <a:buNone/>
            </a:pPr>
            <a:r>
              <a:rPr lang="en" sz="1000">
                <a:solidFill>
                  <a:schemeClr val="lt1"/>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Mannion, G., Massetti, L., Mauchline, A., Pata, K., Ruck, A., Taraba, P., &amp; Winter, S. (2020). </a:t>
            </a:r>
            <a:endParaRPr sz="1000">
              <a:solidFill>
                <a:schemeClr val="lt1"/>
              </a:solidFill>
              <a:latin typeface="Calibri"/>
              <a:ea typeface="Calibri"/>
              <a:cs typeface="Calibri"/>
              <a:sym typeface="Calibri"/>
            </a:endParaRPr>
          </a:p>
          <a:p>
            <a:pPr marL="1371600" lvl="0" indent="-457200" algn="r" rtl="0">
              <a:spcBef>
                <a:spcPts val="0"/>
              </a:spcBef>
              <a:spcAft>
                <a:spcPts val="0"/>
              </a:spcAft>
              <a:buNone/>
            </a:pPr>
            <a:r>
              <a:rPr lang="en" sz="1000">
                <a:solidFill>
                  <a:schemeClr val="lt1"/>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Citizen Science, Education, and Learning: Challenges and Opportunities. </a:t>
            </a:r>
            <a:endParaRPr sz="1000">
              <a:solidFill>
                <a:schemeClr val="lt1"/>
              </a:solidFill>
              <a:latin typeface="Calibri"/>
              <a:ea typeface="Calibri"/>
              <a:cs typeface="Calibri"/>
              <a:sym typeface="Calibri"/>
            </a:endParaRPr>
          </a:p>
          <a:p>
            <a:pPr marL="1371600" lvl="0" indent="-457200" algn="r" rtl="0">
              <a:spcBef>
                <a:spcPts val="0"/>
              </a:spcBef>
              <a:spcAft>
                <a:spcPts val="0"/>
              </a:spcAft>
              <a:buNone/>
            </a:pPr>
            <a:r>
              <a:rPr lang="en" sz="1000" i="1">
                <a:solidFill>
                  <a:schemeClr val="lt1"/>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Frontiers in Sociology</a:t>
            </a:r>
            <a:r>
              <a:rPr lang="en" sz="1000">
                <a:solidFill>
                  <a:schemeClr val="lt1"/>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 </a:t>
            </a:r>
            <a:r>
              <a:rPr lang="en" sz="1000" i="1">
                <a:solidFill>
                  <a:schemeClr val="lt1"/>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5</a:t>
            </a:r>
            <a:r>
              <a:rPr lang="en" sz="1000">
                <a:solidFill>
                  <a:schemeClr val="lt1"/>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(613814), 1-10. DOI: 10.3389/fsoc.2020.613814</a:t>
            </a:r>
            <a:endParaRPr>
              <a:solidFill>
                <a:schemeClr val="lt1"/>
              </a:solidFill>
              <a:latin typeface="Calibri"/>
              <a:ea typeface="Calibri"/>
              <a:cs typeface="Calibri"/>
              <a:sym typeface="Calibri"/>
            </a:endParaRPr>
          </a:p>
        </p:txBody>
      </p:sp>
    </p:spTree>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1"/>
        <p:cNvGrpSpPr/>
        <p:nvPr/>
      </p:nvGrpSpPr>
      <p:grpSpPr>
        <a:xfrm>
          <a:off x="0" y="0"/>
          <a:ext cx="0" cy="0"/>
          <a:chOff x="0" y="0"/>
          <a:chExt cx="0" cy="0"/>
        </a:xfrm>
      </p:grpSpPr>
      <p:pic>
        <p:nvPicPr>
          <p:cNvPr id="382" name="Google Shape;382;p93" title="Screenshot 2026-02-05 at 09.58.13.png"/>
          <p:cNvPicPr preferRelativeResize="0"/>
          <p:nvPr/>
        </p:nvPicPr>
        <p:blipFill>
          <a:blip r:embed="rId3">
            <a:alphaModFix/>
          </a:blip>
          <a:stretch>
            <a:fillRect/>
          </a:stretch>
        </p:blipFill>
        <p:spPr>
          <a:xfrm>
            <a:off x="-135350" y="1550575"/>
            <a:ext cx="5545774" cy="3008474"/>
          </a:xfrm>
          <a:prstGeom prst="rect">
            <a:avLst/>
          </a:prstGeom>
          <a:noFill/>
          <a:ln>
            <a:noFill/>
          </a:ln>
        </p:spPr>
      </p:pic>
      <p:pic>
        <p:nvPicPr>
          <p:cNvPr id="383" name="Google Shape;383;p93" title="Screenshot 2026-02-05 at 09.59.26.png"/>
          <p:cNvPicPr preferRelativeResize="0"/>
          <p:nvPr/>
        </p:nvPicPr>
        <p:blipFill>
          <a:blip r:embed="rId4">
            <a:alphaModFix/>
          </a:blip>
          <a:stretch>
            <a:fillRect/>
          </a:stretch>
        </p:blipFill>
        <p:spPr>
          <a:xfrm>
            <a:off x="5271550" y="0"/>
            <a:ext cx="3838477" cy="3273150"/>
          </a:xfrm>
          <a:prstGeom prst="rect">
            <a:avLst/>
          </a:prstGeom>
          <a:noFill/>
          <a:ln>
            <a:noFill/>
          </a:ln>
        </p:spPr>
      </p:pic>
      <p:sp>
        <p:nvSpPr>
          <p:cNvPr id="384" name="Google Shape;384;p93">
            <a:hlinkClick r:id="rId5"/>
          </p:cNvPr>
          <p:cNvSpPr txBox="1"/>
          <p:nvPr/>
        </p:nvSpPr>
        <p:spPr>
          <a:xfrm>
            <a:off x="0" y="4618275"/>
            <a:ext cx="9144000" cy="525300"/>
          </a:xfrm>
          <a:prstGeom prst="rect">
            <a:avLst/>
          </a:prstGeom>
          <a:noFill/>
          <a:ln>
            <a:noFill/>
          </a:ln>
        </p:spPr>
        <p:txBody>
          <a:bodyPr spcFirstLastPara="1" wrap="square" lIns="91425" tIns="91425" rIns="91425" bIns="91425" anchor="ctr" anchorCtr="0">
            <a:noAutofit/>
          </a:bodyPr>
          <a:lstStyle/>
          <a:p>
            <a:pPr marL="1371600" lvl="0" indent="-457200" algn="r" rtl="0">
              <a:spcBef>
                <a:spcPts val="0"/>
              </a:spcBef>
              <a:spcAft>
                <a:spcPts val="0"/>
              </a:spcAft>
              <a:buNone/>
            </a:pPr>
            <a:r>
              <a:rPr lang="en" sz="1000">
                <a:solidFill>
                  <a:schemeClr val="dk1"/>
                </a:solidFill>
                <a:uFill>
                  <a:noFill/>
                </a:uFill>
                <a:latin typeface="Calibri"/>
                <a:ea typeface="Calibri"/>
                <a:cs typeface="Calibri"/>
                <a:sym typeface="Calibri"/>
                <a:hlinkClick r:id="rId6">
                  <a:extLst>
                    <a:ext uri="{A12FA001-AC4F-418D-AE19-62706E023703}">
                      <ahyp:hlinkClr xmlns:ahyp="http://schemas.microsoft.com/office/drawing/2018/hyperlinkcolor" val="tx"/>
                    </a:ext>
                  </a:extLst>
                </a:hlinkClick>
              </a:rPr>
              <a:t>Kloetzer, L., Lorke, J., Roche, J., Golumbic, Y., Winter, S., &amp; Jõgeva, A. (2021). Learning in Citizen Science. In K. Vohland, A. Land-Zandstra, L. Ceccaroni, R. Lemmens, J. Perelló, M. Ponti, R. Samson, &amp; K. Wagenknecht (Eds.), </a:t>
            </a:r>
            <a:r>
              <a:rPr lang="en" sz="1000" i="1">
                <a:solidFill>
                  <a:schemeClr val="dk1"/>
                </a:solidFill>
                <a:uFill>
                  <a:noFill/>
                </a:uFill>
                <a:latin typeface="Calibri"/>
                <a:ea typeface="Calibri"/>
                <a:cs typeface="Calibri"/>
                <a:sym typeface="Calibri"/>
                <a:hlinkClick r:id="rId6">
                  <a:extLst>
                    <a:ext uri="{A12FA001-AC4F-418D-AE19-62706E023703}">
                      <ahyp:hlinkClr xmlns:ahyp="http://schemas.microsoft.com/office/drawing/2018/hyperlinkcolor" val="tx"/>
                    </a:ext>
                  </a:extLst>
                </a:hlinkClick>
              </a:rPr>
              <a:t>The Science of Citizen Science</a:t>
            </a:r>
            <a:r>
              <a:rPr lang="en" sz="1000">
                <a:solidFill>
                  <a:schemeClr val="dk1"/>
                </a:solidFill>
                <a:uFill>
                  <a:noFill/>
                </a:uFill>
                <a:latin typeface="Calibri"/>
                <a:ea typeface="Calibri"/>
                <a:cs typeface="Calibri"/>
                <a:sym typeface="Calibri"/>
                <a:hlinkClick r:id="rId6">
                  <a:extLst>
                    <a:ext uri="{A12FA001-AC4F-418D-AE19-62706E023703}">
                      <ahyp:hlinkClr xmlns:ahyp="http://schemas.microsoft.com/office/drawing/2018/hyperlinkcolor" val="tx"/>
                    </a:ext>
                  </a:extLst>
                </a:hlinkClick>
              </a:rPr>
              <a:t> (pp. 283-308). Cham, Switzerland: Springer Nature. DOI: https://doi.org/10.1007/978-3-030-58278-4_15</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5"/>
        <p:cNvGrpSpPr/>
        <p:nvPr/>
      </p:nvGrpSpPr>
      <p:grpSpPr>
        <a:xfrm>
          <a:off x="0" y="0"/>
          <a:ext cx="0" cy="0"/>
          <a:chOff x="0" y="0"/>
          <a:chExt cx="0" cy="0"/>
        </a:xfrm>
      </p:grpSpPr>
      <p:pic>
        <p:nvPicPr>
          <p:cNvPr id="516" name="Google Shape;516;p110"/>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517" name="Google Shape;517;p110"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518" name="Google Shape;518;p110"/>
          <p:cNvSpPr txBox="1"/>
          <p:nvPr/>
        </p:nvSpPr>
        <p:spPr>
          <a:xfrm>
            <a:off x="522500" y="0"/>
            <a:ext cx="8075700" cy="4210200"/>
          </a:xfrm>
          <a:prstGeom prst="rect">
            <a:avLst/>
          </a:prstGeom>
          <a:noFill/>
          <a:ln>
            <a:noFill/>
          </a:ln>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n" sz="2200" i="1">
                <a:latin typeface="Calibri"/>
                <a:ea typeface="Calibri"/>
                <a:cs typeface="Calibri"/>
                <a:sym typeface="Calibri"/>
              </a:rPr>
              <a:t>“...citizen science can capitalise on public goodwill and, in the case of the Water Defense organisation, be exploited for personal profits as well as needlessly jeopardising the health of citizens” </a:t>
            </a:r>
            <a:r>
              <a:rPr lang="en" sz="2200">
                <a:latin typeface="Calibri"/>
                <a:ea typeface="Calibri"/>
                <a:cs typeface="Calibri"/>
                <a:sym typeface="Calibri"/>
              </a:rPr>
              <a:t>(p. 4)</a:t>
            </a:r>
            <a:endParaRPr sz="2200">
              <a:latin typeface="Calibri"/>
              <a:ea typeface="Calibri"/>
              <a:cs typeface="Calibri"/>
              <a:sym typeface="Calibri"/>
            </a:endParaRPr>
          </a:p>
        </p:txBody>
      </p:sp>
      <p:sp>
        <p:nvSpPr>
          <p:cNvPr id="519" name="Google Shape;519;p110"/>
          <p:cNvSpPr txBox="1"/>
          <p:nvPr/>
        </p:nvSpPr>
        <p:spPr>
          <a:xfrm>
            <a:off x="0" y="4210050"/>
            <a:ext cx="9144000" cy="933600"/>
          </a:xfrm>
          <a:prstGeom prst="rect">
            <a:avLst/>
          </a:prstGeom>
          <a:noFill/>
          <a:ln>
            <a:noFill/>
          </a:ln>
        </p:spPr>
        <p:txBody>
          <a:bodyPr spcFirstLastPara="1" wrap="square" lIns="91425" tIns="91425" rIns="91425" bIns="91425" anchor="ctr" anchorCtr="0">
            <a:noAutofit/>
          </a:bodyPr>
          <a:lstStyle/>
          <a:p>
            <a:pPr marL="1371600" lvl="0" indent="-457200" algn="r" rtl="0">
              <a:spcBef>
                <a:spcPts val="0"/>
              </a:spcBef>
              <a:spcAft>
                <a:spcPts val="0"/>
              </a:spcAft>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Roche, J., &amp; Davis, N. (2017). Citizen science: an emerging professional field united in truth-seeking.</a:t>
            </a:r>
            <a:endParaRPr sz="1000">
              <a:solidFill>
                <a:srgbClr val="FFFFFF"/>
              </a:solidFill>
              <a:latin typeface="Calibri"/>
              <a:ea typeface="Calibri"/>
              <a:cs typeface="Calibri"/>
              <a:sym typeface="Calibri"/>
            </a:endParaRPr>
          </a:p>
          <a:p>
            <a:pPr marL="1371600" lvl="0" indent="-457200" algn="r" rtl="0">
              <a:spcBef>
                <a:spcPts val="0"/>
              </a:spcBef>
              <a:spcAft>
                <a:spcPts val="0"/>
              </a:spcAft>
              <a:buNone/>
            </a:pP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JCOM: Journal of Science Communication</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 </a:t>
            </a: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16</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(04), R01.</a:t>
            </a:r>
            <a:endParaRPr>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8"/>
        <p:cNvGrpSpPr/>
        <p:nvPr/>
      </p:nvGrpSpPr>
      <p:grpSpPr>
        <a:xfrm>
          <a:off x="0" y="0"/>
          <a:ext cx="0" cy="0"/>
          <a:chOff x="0" y="0"/>
          <a:chExt cx="0" cy="0"/>
        </a:xfrm>
      </p:grpSpPr>
      <p:pic>
        <p:nvPicPr>
          <p:cNvPr id="389" name="Google Shape;389;p94"/>
          <p:cNvPicPr preferRelativeResize="0"/>
          <p:nvPr/>
        </p:nvPicPr>
        <p:blipFill>
          <a:blip r:embed="rId3">
            <a:alphaModFix/>
          </a:blip>
          <a:stretch>
            <a:fillRect/>
          </a:stretch>
        </p:blipFill>
        <p:spPr>
          <a:xfrm>
            <a:off x="4843907" y="0"/>
            <a:ext cx="3919092" cy="5143501"/>
          </a:xfrm>
          <a:prstGeom prst="rect">
            <a:avLst/>
          </a:prstGeom>
          <a:noFill/>
          <a:ln>
            <a:noFill/>
          </a:ln>
        </p:spPr>
      </p:pic>
      <p:pic>
        <p:nvPicPr>
          <p:cNvPr id="390" name="Google Shape;390;p94"/>
          <p:cNvPicPr preferRelativeResize="0"/>
          <p:nvPr/>
        </p:nvPicPr>
        <p:blipFill>
          <a:blip r:embed="rId4">
            <a:alphaModFix/>
          </a:blip>
          <a:stretch>
            <a:fillRect/>
          </a:stretch>
        </p:blipFill>
        <p:spPr>
          <a:xfrm>
            <a:off x="609600" y="0"/>
            <a:ext cx="3901792" cy="5143500"/>
          </a:xfrm>
          <a:prstGeom prst="rect">
            <a:avLst/>
          </a:prstGeom>
          <a:noFill/>
          <a:ln>
            <a:noFill/>
          </a:ln>
        </p:spPr>
      </p:pic>
      <p:sp>
        <p:nvSpPr>
          <p:cNvPr id="391" name="Google Shape;391;p94"/>
          <p:cNvSpPr txBox="1"/>
          <p:nvPr/>
        </p:nvSpPr>
        <p:spPr>
          <a:xfrm>
            <a:off x="0" y="4618275"/>
            <a:ext cx="9144000" cy="525300"/>
          </a:xfrm>
          <a:prstGeom prst="rect">
            <a:avLst/>
          </a:prstGeom>
          <a:noFill/>
          <a:ln>
            <a:noFill/>
          </a:ln>
        </p:spPr>
        <p:txBody>
          <a:bodyPr spcFirstLastPara="1" wrap="square" lIns="91425" tIns="91425" rIns="91425" bIns="91425" anchor="ctr" anchorCtr="0">
            <a:noAutofit/>
          </a:bodyPr>
          <a:lstStyle/>
          <a:p>
            <a:pPr marL="1371600" lvl="0" indent="-457200" algn="r" rtl="0">
              <a:spcBef>
                <a:spcPts val="0"/>
              </a:spcBef>
              <a:spcAft>
                <a:spcPts val="0"/>
              </a:spcAft>
              <a:buNone/>
            </a:pPr>
            <a:r>
              <a:rPr lang="en" sz="1000">
                <a:uFill>
                  <a:noFill/>
                </a:uFill>
                <a:latin typeface="Calibri"/>
                <a:ea typeface="Calibri"/>
                <a:cs typeface="Calibri"/>
                <a:sym typeface="Calibri"/>
                <a:hlinkClick r:id="rId5"/>
              </a:rPr>
              <a:t>Roche, J., Ni Shuilleabhain, A., Mooney, P., Barber, G. L., Bell, L., &amp; Ryan, C. (2021).</a:t>
            </a:r>
            <a:endParaRPr sz="1000">
              <a:latin typeface="Calibri"/>
              <a:ea typeface="Calibri"/>
              <a:cs typeface="Calibri"/>
              <a:sym typeface="Calibri"/>
            </a:endParaRPr>
          </a:p>
          <a:p>
            <a:pPr marL="1371600" lvl="0" indent="-457200" algn="r" rtl="0">
              <a:spcBef>
                <a:spcPts val="0"/>
              </a:spcBef>
              <a:spcAft>
                <a:spcPts val="0"/>
              </a:spcAft>
              <a:buNone/>
            </a:pPr>
            <a:r>
              <a:rPr lang="en" sz="1000">
                <a:uFill>
                  <a:noFill/>
                </a:uFill>
                <a:latin typeface="Calibri"/>
                <a:ea typeface="Calibri"/>
                <a:cs typeface="Calibri"/>
                <a:sym typeface="Calibri"/>
                <a:hlinkClick r:id="rId5"/>
              </a:rPr>
              <a:t>Citizen Science in Ireland. </a:t>
            </a:r>
            <a:r>
              <a:rPr lang="en" sz="1000" i="1">
                <a:uFill>
                  <a:noFill/>
                </a:uFill>
                <a:latin typeface="Calibri"/>
                <a:ea typeface="Calibri"/>
                <a:cs typeface="Calibri"/>
                <a:sym typeface="Calibri"/>
                <a:hlinkClick r:id="rId5"/>
              </a:rPr>
              <a:t>Frontiers in Communication</a:t>
            </a:r>
            <a:r>
              <a:rPr lang="en" sz="1000">
                <a:uFill>
                  <a:noFill/>
                </a:uFill>
                <a:latin typeface="Calibri"/>
                <a:ea typeface="Calibri"/>
                <a:cs typeface="Calibri"/>
                <a:sym typeface="Calibri"/>
                <a:hlinkClick r:id="rId5"/>
              </a:rPr>
              <a:t>, </a:t>
            </a:r>
            <a:r>
              <a:rPr lang="en" sz="1000" i="1">
                <a:uFill>
                  <a:noFill/>
                </a:uFill>
                <a:latin typeface="Calibri"/>
                <a:ea typeface="Calibri"/>
                <a:cs typeface="Calibri"/>
                <a:sym typeface="Calibri"/>
                <a:hlinkClick r:id="rId5"/>
              </a:rPr>
              <a:t>6</a:t>
            </a:r>
            <a:r>
              <a:rPr lang="en" sz="1000">
                <a:uFill>
                  <a:noFill/>
                </a:uFill>
                <a:latin typeface="Calibri"/>
                <a:ea typeface="Calibri"/>
                <a:cs typeface="Calibri"/>
                <a:sym typeface="Calibri"/>
                <a:hlinkClick r:id="rId5"/>
              </a:rPr>
              <a:t>(629065), 1-8.</a:t>
            </a:r>
            <a:endParaRPr>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0"/>
                                        </p:tgtEl>
                                        <p:attrNameLst>
                                          <p:attrName>style.visibility</p:attrName>
                                        </p:attrNameLst>
                                      </p:cBhvr>
                                      <p:to>
                                        <p:strVal val="visible"/>
                                      </p:to>
                                    </p:set>
                                    <p:animEffect transition="in" filter="fade">
                                      <p:cBhvr>
                                        <p:cTn id="7" dur="1000"/>
                                        <p:tgtEl>
                                          <p:spTgt spid="3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9"/>
                                        </p:tgtEl>
                                        <p:attrNameLst>
                                          <p:attrName>style.visibility</p:attrName>
                                        </p:attrNameLst>
                                      </p:cBhvr>
                                      <p:to>
                                        <p:strVal val="visible"/>
                                      </p:to>
                                    </p:set>
                                    <p:animEffect transition="in" filter="fade">
                                      <p:cBhvr>
                                        <p:cTn id="12" dur="1000"/>
                                        <p:tgtEl>
                                          <p:spTgt spid="3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1"/>
                                        </p:tgtEl>
                                        <p:attrNameLst>
                                          <p:attrName>style.visibility</p:attrName>
                                        </p:attrNameLst>
                                      </p:cBhvr>
                                      <p:to>
                                        <p:strVal val="visible"/>
                                      </p:to>
                                    </p:set>
                                    <p:animEffect transition="in" filter="fade">
                                      <p:cBhvr>
                                        <p:cTn id="17" dur="1000"/>
                                        <p:tgtEl>
                                          <p:spTgt spid="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6"/>
        <p:cNvGrpSpPr/>
        <p:nvPr/>
      </p:nvGrpSpPr>
      <p:grpSpPr>
        <a:xfrm>
          <a:off x="0" y="0"/>
          <a:ext cx="0" cy="0"/>
          <a:chOff x="0" y="0"/>
          <a:chExt cx="0" cy="0"/>
        </a:xfrm>
      </p:grpSpPr>
      <p:pic>
        <p:nvPicPr>
          <p:cNvPr id="397" name="Google Shape;397;p95"/>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398" name="Google Shape;398;p95"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399" name="Google Shape;399;p95"/>
          <p:cNvSpPr txBox="1"/>
          <p:nvPr/>
        </p:nvSpPr>
        <p:spPr>
          <a:xfrm>
            <a:off x="0" y="4210050"/>
            <a:ext cx="9144000" cy="933600"/>
          </a:xfrm>
          <a:prstGeom prst="rect">
            <a:avLst/>
          </a:prstGeom>
          <a:noFill/>
          <a:ln>
            <a:noFill/>
          </a:ln>
        </p:spPr>
        <p:txBody>
          <a:bodyPr spcFirstLastPara="1" wrap="square" lIns="91425" tIns="91425" rIns="91425" bIns="91425" anchor="ctr" anchorCtr="0">
            <a:noAutofit/>
          </a:bodyPr>
          <a:lstStyle/>
          <a:p>
            <a:pPr marL="1371600" lvl="0" indent="-457200" algn="r" rtl="0">
              <a:spcBef>
                <a:spcPts val="0"/>
              </a:spcBef>
              <a:spcAft>
                <a:spcPts val="0"/>
              </a:spcAft>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Eitzel, M. V., Cappadonna, J.  L., Santos-Lang, C., Duerr, R. E., Virapongse, A., West, S. E., Kyba, C. C. M., Bowser, A.,</a:t>
            </a:r>
            <a:endParaRPr sz="1000">
              <a:solidFill>
                <a:srgbClr val="FFFFFF"/>
              </a:solidFill>
              <a:latin typeface="Calibri"/>
              <a:ea typeface="Calibri"/>
              <a:cs typeface="Calibri"/>
              <a:sym typeface="Calibri"/>
            </a:endParaRPr>
          </a:p>
          <a:p>
            <a:pPr marL="1371600" lvl="0" indent="-457200" algn="r" rtl="0">
              <a:spcBef>
                <a:spcPts val="0"/>
              </a:spcBef>
              <a:spcAft>
                <a:spcPts val="0"/>
              </a:spcAft>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Cooper, C. B., Sforzi, A., Metcalfe, A. N., Harris, E. S., Thiel, M., Haklay, M., Ponciano, L., Roche, J., Ceccaroni, L.,</a:t>
            </a:r>
            <a:endParaRPr sz="1000">
              <a:solidFill>
                <a:srgbClr val="FFFFFF"/>
              </a:solidFill>
              <a:latin typeface="Calibri"/>
              <a:ea typeface="Calibri"/>
              <a:cs typeface="Calibri"/>
              <a:sym typeface="Calibri"/>
            </a:endParaRPr>
          </a:p>
          <a:p>
            <a:pPr marL="1371600" lvl="0" indent="-457200" algn="r" rtl="0">
              <a:spcBef>
                <a:spcPts val="0"/>
              </a:spcBef>
              <a:spcAft>
                <a:spcPts val="0"/>
              </a:spcAft>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Shilling, F. M.,Dörler, D., Heigl, F., Kiessling, T., Davis, B. Y., Jiang, Q. (2017). </a:t>
            </a:r>
            <a:endParaRPr/>
          </a:p>
          <a:p>
            <a:pPr marL="1371600" lvl="0" indent="-457200" algn="r" rtl="0">
              <a:spcBef>
                <a:spcPts val="0"/>
              </a:spcBef>
              <a:spcAft>
                <a:spcPts val="0"/>
              </a:spcAft>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Citizen Science Terminology Matters: Exploring Key Terms. </a:t>
            </a: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Citizen Science: Theory and Practice</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 </a:t>
            </a:r>
            <a:endParaRPr/>
          </a:p>
          <a:p>
            <a:pPr marL="1371600" lvl="0" indent="-457200" algn="r" rtl="0">
              <a:spcBef>
                <a:spcPts val="0"/>
              </a:spcBef>
              <a:spcAft>
                <a:spcPts val="0"/>
              </a:spcAft>
              <a:buNone/>
            </a:pP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2</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(1), 1–20. https://doi.org/10.5334/cstp.96</a:t>
            </a:r>
            <a:r>
              <a:rPr lang="en">
                <a:solidFill>
                  <a:srgbClr val="FFFFFF"/>
                </a:solidFill>
                <a:latin typeface="Calibri"/>
                <a:ea typeface="Calibri"/>
                <a:cs typeface="Calibri"/>
                <a:sym typeface="Calibri"/>
              </a:rPr>
              <a:t> </a:t>
            </a:r>
            <a:endParaRPr sz="1000">
              <a:solidFill>
                <a:srgbClr val="FFFFFF"/>
              </a:solidFill>
              <a:latin typeface="Calibri"/>
              <a:ea typeface="Calibri"/>
              <a:cs typeface="Calibri"/>
              <a:sym typeface="Calibri"/>
            </a:endParaRPr>
          </a:p>
        </p:txBody>
      </p:sp>
      <p:pic>
        <p:nvPicPr>
          <p:cNvPr id="400" name="Google Shape;400;p95"/>
          <p:cNvPicPr preferRelativeResize="0"/>
          <p:nvPr/>
        </p:nvPicPr>
        <p:blipFill>
          <a:blip r:embed="rId6">
            <a:alphaModFix/>
          </a:blip>
          <a:stretch>
            <a:fillRect/>
          </a:stretch>
        </p:blipFill>
        <p:spPr>
          <a:xfrm>
            <a:off x="1777163" y="97650"/>
            <a:ext cx="5589675" cy="4028351"/>
          </a:xfrm>
          <a:prstGeom prst="rect">
            <a:avLst/>
          </a:prstGeom>
          <a:noFill/>
          <a:ln>
            <a:noFill/>
          </a:ln>
        </p:spPr>
      </p:pic>
    </p:spTree>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4"/>
        <p:cNvGrpSpPr/>
        <p:nvPr/>
      </p:nvGrpSpPr>
      <p:grpSpPr>
        <a:xfrm>
          <a:off x="0" y="0"/>
          <a:ext cx="0" cy="0"/>
          <a:chOff x="0" y="0"/>
          <a:chExt cx="0" cy="0"/>
        </a:xfrm>
      </p:grpSpPr>
      <p:pic>
        <p:nvPicPr>
          <p:cNvPr id="405" name="Google Shape;405;p96" title="Screenshot 2026-02-05 at 09.49.00.png">
            <a:hlinkClick r:id="rId3"/>
          </p:cNvPr>
          <p:cNvPicPr preferRelativeResize="0"/>
          <p:nvPr/>
        </p:nvPicPr>
        <p:blipFill>
          <a:blip r:embed="rId4">
            <a:alphaModFix/>
          </a:blip>
          <a:stretch>
            <a:fillRect/>
          </a:stretch>
        </p:blipFill>
        <p:spPr>
          <a:xfrm>
            <a:off x="0" y="2411024"/>
            <a:ext cx="9143997" cy="2732482"/>
          </a:xfrm>
          <a:prstGeom prst="rect">
            <a:avLst/>
          </a:prstGeom>
          <a:noFill/>
          <a:ln>
            <a:noFill/>
          </a:ln>
        </p:spPr>
      </p:pic>
      <p:pic>
        <p:nvPicPr>
          <p:cNvPr id="406" name="Google Shape;406;p96" title="Screenshot 2026-02-05 at 09.47.28.png">
            <a:hlinkClick r:id="rId5"/>
          </p:cNvPr>
          <p:cNvPicPr preferRelativeResize="0"/>
          <p:nvPr/>
        </p:nvPicPr>
        <p:blipFill rotWithShape="1">
          <a:blip r:embed="rId6">
            <a:alphaModFix/>
          </a:blip>
          <a:srcRect t="9686" b="1770"/>
          <a:stretch/>
        </p:blipFill>
        <p:spPr>
          <a:xfrm>
            <a:off x="1773734" y="7700"/>
            <a:ext cx="5596532" cy="2403325"/>
          </a:xfrm>
          <a:prstGeom prst="rect">
            <a:avLst/>
          </a:prstGeom>
          <a:noFill/>
          <a:ln>
            <a:noFill/>
          </a:ln>
        </p:spPr>
      </p:pic>
    </p:spTree>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0"/>
        <p:cNvGrpSpPr/>
        <p:nvPr/>
      </p:nvGrpSpPr>
      <p:grpSpPr>
        <a:xfrm>
          <a:off x="0" y="0"/>
          <a:ext cx="0" cy="0"/>
          <a:chOff x="0" y="0"/>
          <a:chExt cx="0" cy="0"/>
        </a:xfrm>
      </p:grpSpPr>
      <p:sp>
        <p:nvSpPr>
          <p:cNvPr id="411" name="Google Shape;411;p97"/>
          <p:cNvSpPr/>
          <p:nvPr/>
        </p:nvSpPr>
        <p:spPr>
          <a:xfrm>
            <a:off x="-1866187" y="-697048"/>
            <a:ext cx="6120393" cy="6028116"/>
          </a:xfrm>
          <a:custGeom>
            <a:avLst/>
            <a:gdLst/>
            <a:ahLst/>
            <a:cxnLst/>
            <a:rect l="l" t="t" r="r" b="b"/>
            <a:pathLst>
              <a:path w="8160524" h="8037488" extrusionOk="0">
                <a:moveTo>
                  <a:pt x="3385135" y="1267218"/>
                </a:moveTo>
                <a:cubicBezTo>
                  <a:pt x="5254693" y="1267218"/>
                  <a:pt x="6770270" y="2782795"/>
                  <a:pt x="6770270" y="4652353"/>
                </a:cubicBezTo>
                <a:cubicBezTo>
                  <a:pt x="6770270" y="6521911"/>
                  <a:pt x="5254693" y="8037488"/>
                  <a:pt x="3385135" y="8037488"/>
                </a:cubicBezTo>
                <a:cubicBezTo>
                  <a:pt x="1515577" y="8037488"/>
                  <a:pt x="0" y="6521911"/>
                  <a:pt x="0" y="4652353"/>
                </a:cubicBezTo>
                <a:cubicBezTo>
                  <a:pt x="0" y="2782795"/>
                  <a:pt x="1515577" y="1267218"/>
                  <a:pt x="3385135" y="1267218"/>
                </a:cubicBezTo>
                <a:close/>
                <a:moveTo>
                  <a:pt x="6974664" y="0"/>
                </a:moveTo>
                <a:cubicBezTo>
                  <a:pt x="7629596" y="0"/>
                  <a:pt x="8160524" y="530928"/>
                  <a:pt x="8160524" y="1185860"/>
                </a:cubicBezTo>
                <a:cubicBezTo>
                  <a:pt x="8160524" y="1840792"/>
                  <a:pt x="7629596" y="2371720"/>
                  <a:pt x="6974664" y="2371720"/>
                </a:cubicBezTo>
                <a:cubicBezTo>
                  <a:pt x="6319732" y="2371720"/>
                  <a:pt x="5788804" y="1840792"/>
                  <a:pt x="5788804" y="1185860"/>
                </a:cubicBezTo>
                <a:cubicBezTo>
                  <a:pt x="5788804" y="530928"/>
                  <a:pt x="6319732" y="0"/>
                  <a:pt x="6974664" y="0"/>
                </a:cubicBezTo>
                <a:close/>
              </a:path>
            </a:pathLst>
          </a:cu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ato Light"/>
              <a:ea typeface="Lato Light"/>
              <a:cs typeface="Lato Light"/>
              <a:sym typeface="Lato Light"/>
            </a:endParaRPr>
          </a:p>
        </p:txBody>
      </p:sp>
      <p:sp>
        <p:nvSpPr>
          <p:cNvPr id="412" name="Google Shape;412;p97"/>
          <p:cNvSpPr txBox="1">
            <a:spLocks noGrp="1"/>
          </p:cNvSpPr>
          <p:nvPr>
            <p:ph type="ctrTitle"/>
          </p:nvPr>
        </p:nvSpPr>
        <p:spPr>
          <a:xfrm>
            <a:off x="4572000" y="702521"/>
            <a:ext cx="3987000" cy="7086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Lato Black"/>
              <a:buNone/>
            </a:pPr>
            <a:r>
              <a:rPr lang="en"/>
              <a:t>EU-Citizen.Science platform</a:t>
            </a:r>
            <a:endParaRPr/>
          </a:p>
        </p:txBody>
      </p:sp>
      <p:sp>
        <p:nvSpPr>
          <p:cNvPr id="413" name="Google Shape;413;p97"/>
          <p:cNvSpPr txBox="1"/>
          <p:nvPr/>
        </p:nvSpPr>
        <p:spPr>
          <a:xfrm>
            <a:off x="4572000" y="1994906"/>
            <a:ext cx="4235100" cy="2409000"/>
          </a:xfrm>
          <a:prstGeom prst="rect">
            <a:avLst/>
          </a:prstGeom>
          <a:noFill/>
          <a:ln>
            <a:noFill/>
          </a:ln>
        </p:spPr>
        <p:txBody>
          <a:bodyPr spcFirstLastPara="1" wrap="square" lIns="68575" tIns="34275" rIns="68575" bIns="34275" anchor="t" anchorCtr="0">
            <a:spAutoFit/>
          </a:bodyPr>
          <a:lstStyle/>
          <a:p>
            <a:pPr marL="342900" marR="0" lvl="0" indent="-241300" algn="l" rtl="0">
              <a:lnSpc>
                <a:spcPct val="100000"/>
              </a:lnSpc>
              <a:spcBef>
                <a:spcPts val="800"/>
              </a:spcBef>
              <a:spcAft>
                <a:spcPts val="0"/>
              </a:spcAft>
              <a:buClr>
                <a:srgbClr val="675B51"/>
              </a:buClr>
              <a:buSzPts val="1200"/>
              <a:buFont typeface="Lato"/>
              <a:buChar char="●"/>
            </a:pPr>
            <a:r>
              <a:rPr lang="en" sz="1200" b="1" i="0" u="none" strike="noStrike" cap="none">
                <a:solidFill>
                  <a:schemeClr val="dk1"/>
                </a:solidFill>
                <a:latin typeface="Lato Black"/>
                <a:ea typeface="Lato Black"/>
                <a:cs typeface="Lato Black"/>
                <a:sym typeface="Lato Black"/>
              </a:rPr>
              <a:t>Built during the EU-Citizen.Science project (2019-2021, H2020, Grant Agreement nr. 824580)</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chemeClr val="dk1"/>
              </a:buClr>
              <a:buSzPts val="1200"/>
              <a:buFont typeface="Lato Black"/>
              <a:buChar char="●"/>
            </a:pPr>
            <a:r>
              <a:rPr lang="en" sz="1200" b="1" i="0" u="none" strike="noStrike" cap="none">
                <a:solidFill>
                  <a:schemeClr val="dk1"/>
                </a:solidFill>
                <a:latin typeface="Lato Black"/>
                <a:ea typeface="Lato Black"/>
                <a:cs typeface="Lato Black"/>
                <a:sym typeface="Lato Black"/>
              </a:rPr>
              <a:t>Enhanced and enlarged with new tools, services and resources, and connected to other (national) citizen science infrastructure in the ECS project</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rgbClr val="675B51"/>
              </a:buClr>
              <a:buSzPts val="1200"/>
              <a:buFont typeface="Lato"/>
              <a:buChar char="●"/>
            </a:pPr>
            <a:r>
              <a:rPr lang="en" sz="1200" b="1" i="0" u="none" strike="noStrike" cap="none">
                <a:solidFill>
                  <a:schemeClr val="dk1"/>
                </a:solidFill>
                <a:latin typeface="Lato Black"/>
                <a:ea typeface="Lato Black"/>
                <a:cs typeface="Lato Black"/>
                <a:sym typeface="Lato Black"/>
              </a:rPr>
              <a:t>Built by and for the community – as a place to share knowledge, tools, training and resources for citizen science</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800"/>
              </a:spcAft>
              <a:buClr>
                <a:srgbClr val="675B51"/>
              </a:buClr>
              <a:buSzPts val="1200"/>
              <a:buFont typeface="Lato"/>
              <a:buChar char="●"/>
            </a:pPr>
            <a:r>
              <a:rPr lang="en" sz="1200" b="1" i="0" u="none" strike="noStrike" cap="none">
                <a:solidFill>
                  <a:schemeClr val="dk1"/>
                </a:solidFill>
                <a:latin typeface="Lato Black"/>
                <a:ea typeface="Lato Black"/>
                <a:cs typeface="Lato Black"/>
                <a:sym typeface="Lato Black"/>
              </a:rPr>
              <a:t>Bundles information on citizen science bringing together the results and outcomes of many citizen science projects</a:t>
            </a:r>
            <a:endParaRPr sz="1400" b="1" i="0" u="none" strike="noStrike" cap="none">
              <a:solidFill>
                <a:schemeClr val="dk1"/>
              </a:solidFill>
              <a:latin typeface="Lato Black"/>
              <a:ea typeface="Lato Black"/>
              <a:cs typeface="Lato Black"/>
              <a:sym typeface="Lato Black"/>
            </a:endParaRPr>
          </a:p>
        </p:txBody>
      </p:sp>
      <p:sp>
        <p:nvSpPr>
          <p:cNvPr id="414" name="Google Shape;414;p97"/>
          <p:cNvSpPr/>
          <p:nvPr/>
        </p:nvSpPr>
        <p:spPr>
          <a:xfrm>
            <a:off x="8684602" y="3688193"/>
            <a:ext cx="1215000" cy="1215000"/>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ato Light"/>
              <a:ea typeface="Lato Light"/>
              <a:cs typeface="Lato Light"/>
              <a:sym typeface="Lato Light"/>
            </a:endParaRPr>
          </a:p>
        </p:txBody>
      </p:sp>
      <p:pic>
        <p:nvPicPr>
          <p:cNvPr id="415" name="Google Shape;415;p97"/>
          <p:cNvPicPr preferRelativeResize="0"/>
          <p:nvPr/>
        </p:nvPicPr>
        <p:blipFill rotWithShape="1">
          <a:blip r:embed="rId3">
            <a:alphaModFix/>
          </a:blip>
          <a:srcRect/>
          <a:stretch/>
        </p:blipFill>
        <p:spPr>
          <a:xfrm>
            <a:off x="4534318" y="1720179"/>
            <a:ext cx="710968" cy="140251"/>
          </a:xfrm>
          <a:prstGeom prst="rect">
            <a:avLst/>
          </a:prstGeom>
          <a:noFill/>
          <a:ln>
            <a:noFill/>
          </a:ln>
        </p:spPr>
      </p:pic>
      <p:pic>
        <p:nvPicPr>
          <p:cNvPr id="416" name="Google Shape;416;p97"/>
          <p:cNvPicPr preferRelativeResize="0"/>
          <p:nvPr/>
        </p:nvPicPr>
        <p:blipFill rotWithShape="1">
          <a:blip r:embed="rId4">
            <a:alphaModFix/>
          </a:blip>
          <a:srcRect/>
          <a:stretch/>
        </p:blipFill>
        <p:spPr>
          <a:xfrm>
            <a:off x="492900" y="4733306"/>
            <a:ext cx="819697" cy="283368"/>
          </a:xfrm>
          <a:prstGeom prst="rect">
            <a:avLst/>
          </a:prstGeom>
          <a:noFill/>
          <a:ln>
            <a:noFill/>
          </a:ln>
        </p:spPr>
      </p:pic>
      <p:pic>
        <p:nvPicPr>
          <p:cNvPr id="417" name="Google Shape;417;p97"/>
          <p:cNvPicPr preferRelativeResize="0"/>
          <p:nvPr/>
        </p:nvPicPr>
        <p:blipFill rotWithShape="1">
          <a:blip r:embed="rId5">
            <a:alphaModFix/>
          </a:blip>
          <a:srcRect/>
          <a:stretch/>
        </p:blipFill>
        <p:spPr>
          <a:xfrm>
            <a:off x="261197" y="1249630"/>
            <a:ext cx="3543905" cy="2389724"/>
          </a:xfrm>
          <a:prstGeom prst="rect">
            <a:avLst/>
          </a:prstGeom>
          <a:noFill/>
          <a:ln>
            <a:noFill/>
          </a:ln>
        </p:spPr>
      </p:pic>
      <p:pic>
        <p:nvPicPr>
          <p:cNvPr id="418" name="Google Shape;418;p97"/>
          <p:cNvPicPr preferRelativeResize="0"/>
          <p:nvPr/>
        </p:nvPicPr>
        <p:blipFill rotWithShape="1">
          <a:blip r:embed="rId6">
            <a:alphaModFix/>
          </a:blip>
          <a:srcRect/>
          <a:stretch/>
        </p:blipFill>
        <p:spPr>
          <a:xfrm>
            <a:off x="-505696" y="1044109"/>
            <a:ext cx="5077706" cy="3007332"/>
          </a:xfrm>
          <a:prstGeom prst="rect">
            <a:avLst/>
          </a:prstGeom>
          <a:noFill/>
          <a:ln>
            <a:noFill/>
          </a:ln>
        </p:spPr>
      </p:pic>
      <p:pic>
        <p:nvPicPr>
          <p:cNvPr id="419" name="Google Shape;419;p97"/>
          <p:cNvPicPr preferRelativeResize="0"/>
          <p:nvPr/>
        </p:nvPicPr>
        <p:blipFill>
          <a:blip r:embed="rId7">
            <a:alphaModFix/>
          </a:blip>
          <a:stretch>
            <a:fillRect/>
          </a:stretch>
        </p:blipFill>
        <p:spPr>
          <a:xfrm>
            <a:off x="6761076" y="4683375"/>
            <a:ext cx="2072176" cy="3601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3"/>
        <p:cNvGrpSpPr/>
        <p:nvPr/>
      </p:nvGrpSpPr>
      <p:grpSpPr>
        <a:xfrm>
          <a:off x="0" y="0"/>
          <a:ext cx="0" cy="0"/>
          <a:chOff x="0" y="0"/>
          <a:chExt cx="0" cy="0"/>
        </a:xfrm>
      </p:grpSpPr>
      <p:sp>
        <p:nvSpPr>
          <p:cNvPr id="424" name="Google Shape;424;p98"/>
          <p:cNvSpPr/>
          <p:nvPr/>
        </p:nvSpPr>
        <p:spPr>
          <a:xfrm>
            <a:off x="-1866187" y="-697048"/>
            <a:ext cx="6120393" cy="6028116"/>
          </a:xfrm>
          <a:custGeom>
            <a:avLst/>
            <a:gdLst/>
            <a:ahLst/>
            <a:cxnLst/>
            <a:rect l="l" t="t" r="r" b="b"/>
            <a:pathLst>
              <a:path w="8160524" h="8037488" extrusionOk="0">
                <a:moveTo>
                  <a:pt x="3385135" y="1267218"/>
                </a:moveTo>
                <a:cubicBezTo>
                  <a:pt x="5254693" y="1267218"/>
                  <a:pt x="6770270" y="2782795"/>
                  <a:pt x="6770270" y="4652353"/>
                </a:cubicBezTo>
                <a:cubicBezTo>
                  <a:pt x="6770270" y="6521911"/>
                  <a:pt x="5254693" y="8037488"/>
                  <a:pt x="3385135" y="8037488"/>
                </a:cubicBezTo>
                <a:cubicBezTo>
                  <a:pt x="1515577" y="8037488"/>
                  <a:pt x="0" y="6521911"/>
                  <a:pt x="0" y="4652353"/>
                </a:cubicBezTo>
                <a:cubicBezTo>
                  <a:pt x="0" y="2782795"/>
                  <a:pt x="1515577" y="1267218"/>
                  <a:pt x="3385135" y="1267218"/>
                </a:cubicBezTo>
                <a:close/>
                <a:moveTo>
                  <a:pt x="6974664" y="0"/>
                </a:moveTo>
                <a:cubicBezTo>
                  <a:pt x="7629596" y="0"/>
                  <a:pt x="8160524" y="530928"/>
                  <a:pt x="8160524" y="1185860"/>
                </a:cubicBezTo>
                <a:cubicBezTo>
                  <a:pt x="8160524" y="1840792"/>
                  <a:pt x="7629596" y="2371720"/>
                  <a:pt x="6974664" y="2371720"/>
                </a:cubicBezTo>
                <a:cubicBezTo>
                  <a:pt x="6319732" y="2371720"/>
                  <a:pt x="5788804" y="1840792"/>
                  <a:pt x="5788804" y="1185860"/>
                </a:cubicBezTo>
                <a:cubicBezTo>
                  <a:pt x="5788804" y="530928"/>
                  <a:pt x="6319732" y="0"/>
                  <a:pt x="6974664" y="0"/>
                </a:cubicBezTo>
                <a:close/>
              </a:path>
            </a:pathLst>
          </a:custGeom>
          <a:solidFill>
            <a:srgbClr val="F9A73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ato Light"/>
              <a:ea typeface="Lato Light"/>
              <a:cs typeface="Lato Light"/>
              <a:sym typeface="Lato Light"/>
            </a:endParaRPr>
          </a:p>
        </p:txBody>
      </p:sp>
      <p:sp>
        <p:nvSpPr>
          <p:cNvPr id="425" name="Google Shape;425;p98"/>
          <p:cNvSpPr txBox="1">
            <a:spLocks noGrp="1"/>
          </p:cNvSpPr>
          <p:nvPr>
            <p:ph type="ctrTitle"/>
          </p:nvPr>
        </p:nvSpPr>
        <p:spPr>
          <a:xfrm>
            <a:off x="4572000" y="702521"/>
            <a:ext cx="3987000" cy="7086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Lato Black"/>
              <a:buNone/>
            </a:pPr>
            <a:r>
              <a:rPr lang="en">
                <a:solidFill>
                  <a:schemeClr val="hlink"/>
                </a:solidFill>
                <a:uFill>
                  <a:noFill/>
                </a:uFill>
                <a:hlinkClick r:id="rId3"/>
              </a:rPr>
              <a:t>citizenscience.eu</a:t>
            </a:r>
            <a:endParaRPr/>
          </a:p>
        </p:txBody>
      </p:sp>
      <p:sp>
        <p:nvSpPr>
          <p:cNvPr id="426" name="Google Shape;426;p98"/>
          <p:cNvSpPr txBox="1"/>
          <p:nvPr/>
        </p:nvSpPr>
        <p:spPr>
          <a:xfrm>
            <a:off x="4572000" y="1994906"/>
            <a:ext cx="4235100" cy="2552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800"/>
              </a:spcBef>
              <a:spcAft>
                <a:spcPts val="0"/>
              </a:spcAft>
              <a:buNone/>
            </a:pPr>
            <a:r>
              <a:rPr lang="en" sz="1200" b="1">
                <a:solidFill>
                  <a:schemeClr val="dk1"/>
                </a:solidFill>
                <a:latin typeface="Lato Black"/>
                <a:ea typeface="Lato Black"/>
                <a:cs typeface="Lato Black"/>
                <a:sym typeface="Lato Black"/>
              </a:rPr>
              <a:t>As of February 5th 2026:</a:t>
            </a:r>
            <a:endParaRPr sz="1200" b="1">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rgbClr val="675B51"/>
              </a:buClr>
              <a:buSzPts val="1200"/>
              <a:buFont typeface="Lato"/>
              <a:buChar char="●"/>
            </a:pPr>
            <a:r>
              <a:rPr lang="en" sz="1200" b="1">
                <a:solidFill>
                  <a:schemeClr val="dk1"/>
                </a:solidFill>
                <a:latin typeface="Lato Black"/>
                <a:ea typeface="Lato Black"/>
                <a:cs typeface="Lato Black"/>
                <a:sym typeface="Lato Black"/>
              </a:rPr>
              <a:t>442</a:t>
            </a:r>
            <a:r>
              <a:rPr lang="en" sz="1200" b="1" i="0" u="none" strike="noStrike" cap="none">
                <a:solidFill>
                  <a:schemeClr val="dk1"/>
                </a:solidFill>
                <a:latin typeface="Lato Black"/>
                <a:ea typeface="Lato Black"/>
                <a:cs typeface="Lato Black"/>
                <a:sym typeface="Lato Black"/>
              </a:rPr>
              <a:t> projects</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chemeClr val="dk1"/>
              </a:buClr>
              <a:buSzPts val="1200"/>
              <a:buFont typeface="Lato Black"/>
              <a:buChar char="●"/>
            </a:pPr>
            <a:r>
              <a:rPr lang="en" sz="1200" b="1">
                <a:solidFill>
                  <a:schemeClr val="dk1"/>
                </a:solidFill>
                <a:latin typeface="Lato Black"/>
                <a:ea typeface="Lato Black"/>
                <a:cs typeface="Lato Black"/>
                <a:sym typeface="Lato Black"/>
              </a:rPr>
              <a:t>272</a:t>
            </a:r>
            <a:r>
              <a:rPr lang="en" sz="1200" b="1" i="0" u="none" strike="noStrike" cap="none">
                <a:solidFill>
                  <a:schemeClr val="dk1"/>
                </a:solidFill>
                <a:latin typeface="Lato Black"/>
                <a:ea typeface="Lato Black"/>
                <a:cs typeface="Lato Black"/>
                <a:sym typeface="Lato Black"/>
              </a:rPr>
              <a:t> resources</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chemeClr val="dk1"/>
              </a:buClr>
              <a:buSzPts val="1200"/>
              <a:buFont typeface="Lato Black"/>
              <a:buChar char="●"/>
            </a:pPr>
            <a:r>
              <a:rPr lang="en" sz="1200" b="1">
                <a:solidFill>
                  <a:schemeClr val="dk1"/>
                </a:solidFill>
                <a:latin typeface="Lato Black"/>
                <a:ea typeface="Lato Black"/>
                <a:cs typeface="Lato Black"/>
                <a:sym typeface="Lato Black"/>
              </a:rPr>
              <a:t>92</a:t>
            </a:r>
            <a:r>
              <a:rPr lang="en" sz="1200" b="1" i="0" u="none" strike="noStrike" cap="none">
                <a:solidFill>
                  <a:schemeClr val="dk1"/>
                </a:solidFill>
                <a:latin typeface="Lato Black"/>
                <a:ea typeface="Lato Black"/>
                <a:cs typeface="Lato Black"/>
                <a:sym typeface="Lato Black"/>
              </a:rPr>
              <a:t> training resources</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chemeClr val="dk1"/>
              </a:buClr>
              <a:buSzPts val="1200"/>
              <a:buFont typeface="Lato Black"/>
              <a:buChar char="●"/>
            </a:pPr>
            <a:r>
              <a:rPr lang="en" sz="1200" b="1">
                <a:solidFill>
                  <a:schemeClr val="dk1"/>
                </a:solidFill>
                <a:latin typeface="Lato Black"/>
                <a:ea typeface="Lato Black"/>
                <a:cs typeface="Lato Black"/>
                <a:sym typeface="Lato Black"/>
              </a:rPr>
              <a:t>378</a:t>
            </a:r>
            <a:r>
              <a:rPr lang="en" sz="1200" b="1" i="0" u="none" strike="noStrike" cap="none">
                <a:solidFill>
                  <a:schemeClr val="dk1"/>
                </a:solidFill>
                <a:latin typeface="Lato Black"/>
                <a:ea typeface="Lato Black"/>
                <a:cs typeface="Lato Black"/>
                <a:sym typeface="Lato Black"/>
              </a:rPr>
              <a:t> organisation profiles</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chemeClr val="dk1"/>
              </a:buClr>
              <a:buSzPts val="1200"/>
              <a:buFont typeface="Lato Black"/>
              <a:buChar char="●"/>
            </a:pPr>
            <a:r>
              <a:rPr lang="en" sz="1200" b="1">
                <a:solidFill>
                  <a:schemeClr val="dk1"/>
                </a:solidFill>
                <a:latin typeface="Lato Black"/>
                <a:ea typeface="Lato Black"/>
                <a:cs typeface="Lato Black"/>
                <a:sym typeface="Lato Black"/>
              </a:rPr>
              <a:t>33</a:t>
            </a:r>
            <a:r>
              <a:rPr lang="en" sz="1200" b="1" i="0" u="none" strike="noStrike" cap="none">
                <a:solidFill>
                  <a:schemeClr val="dk1"/>
                </a:solidFill>
                <a:latin typeface="Lato Black"/>
                <a:ea typeface="Lato Black"/>
                <a:cs typeface="Lato Black"/>
                <a:sym typeface="Lato Black"/>
              </a:rPr>
              <a:t> training modules</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chemeClr val="dk1"/>
              </a:buClr>
              <a:buSzPts val="1200"/>
              <a:buFont typeface="Lato Black"/>
              <a:buChar char="●"/>
            </a:pPr>
            <a:r>
              <a:rPr lang="en" sz="1200" b="1" i="0" u="none" strike="noStrike" cap="none">
                <a:solidFill>
                  <a:schemeClr val="dk1"/>
                </a:solidFill>
                <a:latin typeface="Lato Black"/>
                <a:ea typeface="Lato Black"/>
                <a:cs typeface="Lato Black"/>
                <a:sym typeface="Lato Black"/>
              </a:rPr>
              <a:t>an events calendar and a blog</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0"/>
              </a:spcAft>
              <a:buClr>
                <a:schemeClr val="dk1"/>
              </a:buClr>
              <a:buSzPts val="1200"/>
              <a:buFont typeface="Lato Black"/>
              <a:buChar char="●"/>
            </a:pPr>
            <a:r>
              <a:rPr lang="en" sz="1200" b="1" i="0" u="none" strike="noStrike" cap="none">
                <a:solidFill>
                  <a:schemeClr val="dk1"/>
                </a:solidFill>
                <a:latin typeface="Lato Black"/>
                <a:ea typeface="Lato Black"/>
                <a:cs typeface="Lato Black"/>
                <a:sym typeface="Lato Black"/>
              </a:rPr>
              <a:t>platform/network and user profiles</a:t>
            </a:r>
            <a:endParaRPr sz="1200" b="1" i="0" u="none" strike="noStrike" cap="none">
              <a:solidFill>
                <a:schemeClr val="dk1"/>
              </a:solidFill>
              <a:latin typeface="Lato Black"/>
              <a:ea typeface="Lato Black"/>
              <a:cs typeface="Lato Black"/>
              <a:sym typeface="Lato Black"/>
            </a:endParaRPr>
          </a:p>
          <a:p>
            <a:pPr marL="342900" marR="0" lvl="0" indent="-241300" algn="l" rtl="0">
              <a:lnSpc>
                <a:spcPct val="100000"/>
              </a:lnSpc>
              <a:spcBef>
                <a:spcPts val="800"/>
              </a:spcBef>
              <a:spcAft>
                <a:spcPts val="800"/>
              </a:spcAft>
              <a:buClr>
                <a:schemeClr val="dk1"/>
              </a:buClr>
              <a:buSzPts val="1200"/>
              <a:buFont typeface="Lato Black"/>
              <a:buChar char="●"/>
            </a:pPr>
            <a:r>
              <a:rPr lang="en" sz="1200" b="1">
                <a:solidFill>
                  <a:schemeClr val="dk1"/>
                </a:solidFill>
                <a:latin typeface="Lato Black"/>
                <a:ea typeface="Lato Black"/>
                <a:cs typeface="Lato Black"/>
                <a:sym typeface="Lato Black"/>
              </a:rPr>
              <a:t>5,134</a:t>
            </a:r>
            <a:r>
              <a:rPr lang="en" sz="1200" b="1" i="0" u="none" strike="noStrike" cap="none">
                <a:solidFill>
                  <a:schemeClr val="dk1"/>
                </a:solidFill>
                <a:latin typeface="Lato Black"/>
                <a:ea typeface="Lato Black"/>
                <a:cs typeface="Lato Black"/>
                <a:sym typeface="Lato Black"/>
              </a:rPr>
              <a:t> registered users </a:t>
            </a:r>
            <a:endParaRPr sz="1200" b="1" i="0" u="none" strike="noStrike" cap="none">
              <a:solidFill>
                <a:schemeClr val="dk1"/>
              </a:solidFill>
              <a:latin typeface="Lato Black"/>
              <a:ea typeface="Lato Black"/>
              <a:cs typeface="Lato Black"/>
              <a:sym typeface="Lato Black"/>
            </a:endParaRPr>
          </a:p>
        </p:txBody>
      </p:sp>
      <p:sp>
        <p:nvSpPr>
          <p:cNvPr id="427" name="Google Shape;427;p98"/>
          <p:cNvSpPr/>
          <p:nvPr/>
        </p:nvSpPr>
        <p:spPr>
          <a:xfrm>
            <a:off x="8684602" y="3688193"/>
            <a:ext cx="1215000" cy="1215000"/>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ato Light"/>
              <a:ea typeface="Lato Light"/>
              <a:cs typeface="Lato Light"/>
              <a:sym typeface="Lato Light"/>
            </a:endParaRPr>
          </a:p>
        </p:txBody>
      </p:sp>
      <p:pic>
        <p:nvPicPr>
          <p:cNvPr id="428" name="Google Shape;428;p98"/>
          <p:cNvPicPr preferRelativeResize="0"/>
          <p:nvPr/>
        </p:nvPicPr>
        <p:blipFill rotWithShape="1">
          <a:blip r:embed="rId4">
            <a:alphaModFix/>
          </a:blip>
          <a:srcRect/>
          <a:stretch/>
        </p:blipFill>
        <p:spPr>
          <a:xfrm>
            <a:off x="4534318" y="1720179"/>
            <a:ext cx="710968" cy="140251"/>
          </a:xfrm>
          <a:prstGeom prst="rect">
            <a:avLst/>
          </a:prstGeom>
          <a:noFill/>
          <a:ln>
            <a:noFill/>
          </a:ln>
        </p:spPr>
      </p:pic>
      <p:pic>
        <p:nvPicPr>
          <p:cNvPr id="429" name="Google Shape;429;p98"/>
          <p:cNvPicPr preferRelativeResize="0"/>
          <p:nvPr/>
        </p:nvPicPr>
        <p:blipFill rotWithShape="1">
          <a:blip r:embed="rId5">
            <a:alphaModFix/>
          </a:blip>
          <a:srcRect/>
          <a:stretch/>
        </p:blipFill>
        <p:spPr>
          <a:xfrm>
            <a:off x="492900" y="4733306"/>
            <a:ext cx="819697" cy="283368"/>
          </a:xfrm>
          <a:prstGeom prst="rect">
            <a:avLst/>
          </a:prstGeom>
          <a:noFill/>
          <a:ln>
            <a:noFill/>
          </a:ln>
        </p:spPr>
      </p:pic>
      <p:pic>
        <p:nvPicPr>
          <p:cNvPr id="430" name="Google Shape;430;p98"/>
          <p:cNvPicPr preferRelativeResize="0"/>
          <p:nvPr/>
        </p:nvPicPr>
        <p:blipFill>
          <a:blip r:embed="rId6">
            <a:alphaModFix/>
          </a:blip>
          <a:stretch>
            <a:fillRect/>
          </a:stretch>
        </p:blipFill>
        <p:spPr>
          <a:xfrm>
            <a:off x="6761076" y="4683375"/>
            <a:ext cx="2072176" cy="360112"/>
          </a:xfrm>
          <a:prstGeom prst="rect">
            <a:avLst/>
          </a:prstGeom>
          <a:noFill/>
          <a:ln>
            <a:noFill/>
          </a:ln>
        </p:spPr>
      </p:pic>
      <p:pic>
        <p:nvPicPr>
          <p:cNvPr id="431" name="Google Shape;431;p98"/>
          <p:cNvPicPr preferRelativeResize="0"/>
          <p:nvPr/>
        </p:nvPicPr>
        <p:blipFill rotWithShape="1">
          <a:blip r:embed="rId7">
            <a:alphaModFix/>
          </a:blip>
          <a:srcRect/>
          <a:stretch/>
        </p:blipFill>
        <p:spPr>
          <a:xfrm>
            <a:off x="-505696" y="1068084"/>
            <a:ext cx="5077706" cy="3007332"/>
          </a:xfrm>
          <a:prstGeom prst="rect">
            <a:avLst/>
          </a:prstGeom>
          <a:noFill/>
          <a:ln>
            <a:noFill/>
          </a:ln>
        </p:spPr>
      </p:pic>
      <p:pic>
        <p:nvPicPr>
          <p:cNvPr id="432" name="Google Shape;432;p98"/>
          <p:cNvPicPr preferRelativeResize="0"/>
          <p:nvPr/>
        </p:nvPicPr>
        <p:blipFill rotWithShape="1">
          <a:blip r:embed="rId8">
            <a:alphaModFix/>
          </a:blip>
          <a:srcRect/>
          <a:stretch/>
        </p:blipFill>
        <p:spPr>
          <a:xfrm>
            <a:off x="261197" y="1249630"/>
            <a:ext cx="3543905" cy="2389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7"/>
        <p:cNvGrpSpPr/>
        <p:nvPr/>
      </p:nvGrpSpPr>
      <p:grpSpPr>
        <a:xfrm>
          <a:off x="0" y="0"/>
          <a:ext cx="0" cy="0"/>
          <a:chOff x="0" y="0"/>
          <a:chExt cx="0" cy="0"/>
        </a:xfrm>
      </p:grpSpPr>
      <p:pic>
        <p:nvPicPr>
          <p:cNvPr id="438" name="Google Shape;438;p99"/>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439" name="Google Shape;439;p99"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440" name="Google Shape;440;p99"/>
          <p:cNvSpPr txBox="1"/>
          <p:nvPr/>
        </p:nvSpPr>
        <p:spPr>
          <a:xfrm>
            <a:off x="0" y="0"/>
            <a:ext cx="9144000" cy="4210200"/>
          </a:xfrm>
          <a:prstGeom prst="rect">
            <a:avLst/>
          </a:prstGeom>
          <a:noFill/>
          <a:ln>
            <a:noFill/>
          </a:ln>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n" sz="3600">
                <a:latin typeface="Calibri"/>
                <a:ea typeface="Calibri"/>
                <a:cs typeface="Calibri"/>
                <a:sym typeface="Calibri"/>
              </a:rPr>
              <a:t>Citizen Science:</a:t>
            </a:r>
            <a:endParaRPr sz="3600">
              <a:latin typeface="Calibri"/>
              <a:ea typeface="Calibri"/>
              <a:cs typeface="Calibri"/>
              <a:sym typeface="Calibri"/>
            </a:endParaRPr>
          </a:p>
          <a:p>
            <a:pPr marL="0" lvl="0" indent="0" algn="ctr" rtl="0">
              <a:lnSpc>
                <a:spcPct val="150000"/>
              </a:lnSpc>
              <a:spcBef>
                <a:spcPts val="0"/>
              </a:spcBef>
              <a:spcAft>
                <a:spcPts val="0"/>
              </a:spcAft>
              <a:buClr>
                <a:schemeClr val="dk1"/>
              </a:buClr>
              <a:buSzPts val="1100"/>
              <a:buFont typeface="Arial"/>
              <a:buNone/>
            </a:pPr>
            <a:r>
              <a:rPr lang="en" sz="3600">
                <a:latin typeface="Calibri"/>
                <a:ea typeface="Calibri"/>
                <a:cs typeface="Calibri"/>
                <a:sym typeface="Calibri"/>
              </a:rPr>
              <a:t>Causes for optimism</a:t>
            </a:r>
            <a:endParaRPr sz="36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pic>
        <p:nvPicPr>
          <p:cNvPr id="445" name="Google Shape;445;p100">
            <a:hlinkClick r:id="rId3"/>
          </p:cNvPr>
          <p:cNvPicPr preferRelativeResize="0"/>
          <p:nvPr/>
        </p:nvPicPr>
        <p:blipFill>
          <a:blip r:embed="rId4">
            <a:alphaModFix/>
          </a:blip>
          <a:stretch>
            <a:fillRect/>
          </a:stretch>
        </p:blipFill>
        <p:spPr>
          <a:xfrm>
            <a:off x="155299" y="167558"/>
            <a:ext cx="4375700" cy="4808396"/>
          </a:xfrm>
          <a:prstGeom prst="rect">
            <a:avLst/>
          </a:prstGeom>
          <a:noFill/>
          <a:ln>
            <a:noFill/>
          </a:ln>
        </p:spPr>
      </p:pic>
      <p:pic>
        <p:nvPicPr>
          <p:cNvPr id="446" name="Google Shape;446;p100">
            <a:hlinkClick r:id="rId3"/>
          </p:cNvPr>
          <p:cNvPicPr preferRelativeResize="0"/>
          <p:nvPr/>
        </p:nvPicPr>
        <p:blipFill>
          <a:blip r:embed="rId5">
            <a:alphaModFix/>
          </a:blip>
          <a:stretch>
            <a:fillRect/>
          </a:stretch>
        </p:blipFill>
        <p:spPr>
          <a:xfrm>
            <a:off x="4612999" y="156860"/>
            <a:ext cx="4375701" cy="48297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50"/>
        <p:cNvGrpSpPr/>
        <p:nvPr/>
      </p:nvGrpSpPr>
      <p:grpSpPr>
        <a:xfrm>
          <a:off x="0" y="0"/>
          <a:ext cx="0" cy="0"/>
          <a:chOff x="0" y="0"/>
          <a:chExt cx="0" cy="0"/>
        </a:xfrm>
      </p:grpSpPr>
      <p:pic>
        <p:nvPicPr>
          <p:cNvPr id="451" name="Google Shape;451;p101"/>
          <p:cNvPicPr preferRelativeResize="0"/>
          <p:nvPr/>
        </p:nvPicPr>
        <p:blipFill rotWithShape="1">
          <a:blip r:embed="rId3">
            <a:alphaModFix/>
          </a:blip>
          <a:srcRect/>
          <a:stretch/>
        </p:blipFill>
        <p:spPr>
          <a:xfrm>
            <a:off x="0" y="522450"/>
            <a:ext cx="9144000" cy="4098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6"/>
        <p:cNvGrpSpPr/>
        <p:nvPr/>
      </p:nvGrpSpPr>
      <p:grpSpPr>
        <a:xfrm>
          <a:off x="0" y="0"/>
          <a:ext cx="0" cy="0"/>
          <a:chOff x="0" y="0"/>
          <a:chExt cx="0" cy="0"/>
        </a:xfrm>
      </p:grpSpPr>
      <p:pic>
        <p:nvPicPr>
          <p:cNvPr id="457" name="Google Shape;457;p102"/>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458" name="Google Shape;458;p102"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459" name="Google Shape;459;p102"/>
          <p:cNvSpPr txBox="1"/>
          <p:nvPr/>
        </p:nvSpPr>
        <p:spPr>
          <a:xfrm>
            <a:off x="449600" y="0"/>
            <a:ext cx="8172900" cy="4210200"/>
          </a:xfrm>
          <a:prstGeom prst="rect">
            <a:avLst/>
          </a:prstGeom>
          <a:noFill/>
          <a:ln>
            <a:noFill/>
          </a:ln>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n" sz="2400" i="1">
                <a:latin typeface="Calibri"/>
                <a:ea typeface="Calibri"/>
                <a:cs typeface="Calibri"/>
                <a:sym typeface="Calibri"/>
              </a:rPr>
              <a:t>“In this paper, we discuss an unusual structure, colloquially known as ‘Hanny’s Voorwerp’ discovered by Hanny van Arkel in the vicinity of the spiral galaxy IC 2497”</a:t>
            </a:r>
            <a:r>
              <a:rPr lang="en" sz="2400">
                <a:latin typeface="Calibri"/>
                <a:ea typeface="Calibri"/>
                <a:cs typeface="Calibri"/>
                <a:sym typeface="Calibri"/>
              </a:rPr>
              <a:t> (p. 130)</a:t>
            </a:r>
            <a:endParaRPr sz="3000">
              <a:latin typeface="Calibri"/>
              <a:ea typeface="Calibri"/>
              <a:cs typeface="Calibri"/>
              <a:sym typeface="Calibri"/>
            </a:endParaRPr>
          </a:p>
        </p:txBody>
      </p:sp>
      <p:sp>
        <p:nvSpPr>
          <p:cNvPr id="460" name="Google Shape;460;p102"/>
          <p:cNvSpPr txBox="1"/>
          <p:nvPr/>
        </p:nvSpPr>
        <p:spPr>
          <a:xfrm>
            <a:off x="0" y="4210000"/>
            <a:ext cx="9144000" cy="933300"/>
          </a:xfrm>
          <a:prstGeom prst="rect">
            <a:avLst/>
          </a:prstGeom>
          <a:noFill/>
          <a:ln>
            <a:noFill/>
          </a:ln>
        </p:spPr>
        <p:txBody>
          <a:bodyPr spcFirstLastPara="1" wrap="square" lIns="91425" tIns="91425" rIns="91425" bIns="91425" anchor="ctr" anchorCtr="0">
            <a:noAutofit/>
          </a:bodyPr>
          <a:lstStyle/>
          <a:p>
            <a:pPr marL="1371600" lvl="0" indent="-457200" algn="r" rtl="0">
              <a:spcBef>
                <a:spcPts val="0"/>
              </a:spcBef>
              <a:spcAft>
                <a:spcPts val="0"/>
              </a:spcAft>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Lintott, C. J., Schawinski, K., Keel, W., Van Arkel, H., Bennert, N., Edmondson, E., ... &amp; Virani, S. (2009).</a:t>
            </a:r>
            <a:endParaRPr sz="1000">
              <a:solidFill>
                <a:srgbClr val="FFFFFF"/>
              </a:solidFill>
              <a:latin typeface="Calibri"/>
              <a:ea typeface="Calibri"/>
              <a:cs typeface="Calibri"/>
              <a:sym typeface="Calibri"/>
            </a:endParaRPr>
          </a:p>
          <a:p>
            <a:pPr marL="1371600" lvl="0" indent="-457200" algn="r" rtl="0">
              <a:spcBef>
                <a:spcPts val="0"/>
              </a:spcBef>
              <a:spcAft>
                <a:spcPts val="0"/>
              </a:spcAft>
              <a:buNone/>
            </a:pP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Galaxy Zoo:‘Hanny's Voorwerp’, a quasar light echo?.</a:t>
            </a:r>
            <a:endParaRPr/>
          </a:p>
          <a:p>
            <a:pPr marL="1371600" lvl="0" indent="-457200" algn="r" rtl="0">
              <a:spcBef>
                <a:spcPts val="0"/>
              </a:spcBef>
              <a:spcAft>
                <a:spcPts val="0"/>
              </a:spcAft>
              <a:buNone/>
            </a:pP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Monthly Notices of the Royal Astronomical Society</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 </a:t>
            </a:r>
            <a:r>
              <a:rPr lang="en" sz="1000" i="1">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399</a:t>
            </a:r>
            <a:r>
              <a:rPr lang="en" sz="1000">
                <a:solidFill>
                  <a:srgbClr val="FFFFFF"/>
                </a:solidFill>
                <a:uFill>
                  <a:noFill/>
                </a:uFill>
                <a:latin typeface="Calibri"/>
                <a:ea typeface="Calibri"/>
                <a:cs typeface="Calibri"/>
                <a:sym typeface="Calibri"/>
                <a:hlinkClick r:id="rId5">
                  <a:extLst>
                    <a:ext uri="{A12FA001-AC4F-418D-AE19-62706E023703}">
                      <ahyp:hlinkClr xmlns:ahyp="http://schemas.microsoft.com/office/drawing/2018/hyperlinkcolor" val="tx"/>
                    </a:ext>
                  </a:extLst>
                </a:hlinkClick>
              </a:rPr>
              <a:t>(1), 129-140.</a:t>
            </a:r>
            <a:endParaRPr>
              <a:solidFill>
                <a:srgbClr val="FFFFFF"/>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pic>
        <p:nvPicPr>
          <p:cNvPr id="466" name="Google Shape;466;p103" descr="Millions Of Monarch Butterflies Are Headed To The Northeast"/>
          <p:cNvPicPr preferRelativeResize="0"/>
          <p:nvPr/>
        </p:nvPicPr>
        <p:blipFill rotWithShape="1">
          <a:blip r:embed="rId3">
            <a:alphaModFix/>
          </a:blip>
          <a:srcRect t="14984" b="641"/>
          <a:stretch/>
        </p:blipFill>
        <p:spPr>
          <a:xfrm>
            <a:off x="0" y="0"/>
            <a:ext cx="9144001" cy="5143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1"/>
        <p:cNvGrpSpPr/>
        <p:nvPr/>
      </p:nvGrpSpPr>
      <p:grpSpPr>
        <a:xfrm>
          <a:off x="0" y="0"/>
          <a:ext cx="0" cy="0"/>
          <a:chOff x="0" y="0"/>
          <a:chExt cx="0" cy="0"/>
        </a:xfrm>
      </p:grpSpPr>
      <p:pic>
        <p:nvPicPr>
          <p:cNvPr id="472" name="Google Shape;472;p104"/>
          <p:cNvPicPr preferRelativeResize="0"/>
          <p:nvPr/>
        </p:nvPicPr>
        <p:blipFill rotWithShape="1">
          <a:blip r:embed="rId3">
            <a:alphaModFix/>
          </a:blip>
          <a:srcRect l="14343" r="6057"/>
          <a:stretch/>
        </p:blipFill>
        <p:spPr>
          <a:xfrm>
            <a:off x="146700" y="136437"/>
            <a:ext cx="4052749" cy="3394475"/>
          </a:xfrm>
          <a:prstGeom prst="rect">
            <a:avLst/>
          </a:prstGeom>
          <a:noFill/>
          <a:ln>
            <a:noFill/>
          </a:ln>
        </p:spPr>
      </p:pic>
      <p:sp>
        <p:nvSpPr>
          <p:cNvPr id="473" name="Google Shape;473;p104"/>
          <p:cNvSpPr txBox="1"/>
          <p:nvPr/>
        </p:nvSpPr>
        <p:spPr>
          <a:xfrm>
            <a:off x="4495250" y="784125"/>
            <a:ext cx="4172400" cy="229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i="1">
                <a:solidFill>
                  <a:schemeClr val="dk1"/>
                </a:solidFill>
                <a:latin typeface="Calibri"/>
                <a:ea typeface="Calibri"/>
                <a:cs typeface="Calibri"/>
                <a:sym typeface="Calibri"/>
              </a:rPr>
              <a:t>“The Butterfly Wranglers may appear to be double castaways, separated from society and other inmates, yet while their empathy toward fellow humans has suffered, they are often hesitant to enter the monarch program because they are afraid they will accidently hurt the caterpillars...”</a:t>
            </a:r>
            <a:r>
              <a:rPr lang="en" sz="1800">
                <a:solidFill>
                  <a:schemeClr val="dk1"/>
                </a:solidFill>
                <a:latin typeface="Calibri"/>
                <a:ea typeface="Calibri"/>
                <a:cs typeface="Calibri"/>
                <a:sym typeface="Calibri"/>
              </a:rPr>
              <a:t> (p. 57). </a:t>
            </a:r>
            <a:endParaRPr sz="1800">
              <a:latin typeface="Calibri"/>
              <a:ea typeface="Calibri"/>
              <a:cs typeface="Calibri"/>
              <a:sym typeface="Calibri"/>
            </a:endParaRPr>
          </a:p>
          <a:p>
            <a:pPr marL="0" lvl="0" indent="0" algn="l" rtl="0">
              <a:spcBef>
                <a:spcPts val="0"/>
              </a:spcBef>
              <a:spcAft>
                <a:spcPts val="0"/>
              </a:spcAft>
              <a:buNone/>
            </a:pPr>
            <a:endParaRPr sz="1800">
              <a:latin typeface="Calibri"/>
              <a:ea typeface="Calibri"/>
              <a:cs typeface="Calibri"/>
              <a:sym typeface="Calibri"/>
            </a:endParaRPr>
          </a:p>
        </p:txBody>
      </p:sp>
      <p:sp>
        <p:nvSpPr>
          <p:cNvPr id="474" name="Google Shape;474;p104"/>
          <p:cNvSpPr txBox="1"/>
          <p:nvPr/>
        </p:nvSpPr>
        <p:spPr>
          <a:xfrm>
            <a:off x="146700" y="3648275"/>
            <a:ext cx="8779800" cy="133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i="1">
                <a:solidFill>
                  <a:schemeClr val="dk1"/>
                </a:solidFill>
                <a:latin typeface="Calibri"/>
                <a:ea typeface="Calibri"/>
                <a:cs typeface="Calibri"/>
                <a:sym typeface="Calibri"/>
              </a:rPr>
              <a:t>“The Butterfly Wranglers, as they call themselves, have proven to be dedicated individuals, highly capable of rearing butterflies. In fact, they are better at growing monarchs than [...] the professional...” </a:t>
            </a:r>
            <a:r>
              <a:rPr lang="en" sz="1800">
                <a:solidFill>
                  <a:schemeClr val="dk1"/>
                </a:solidFill>
                <a:latin typeface="Calibri"/>
                <a:ea typeface="Calibri"/>
                <a:cs typeface="Calibri"/>
                <a:sym typeface="Calibri"/>
              </a:rPr>
              <a:t>(p. 56). </a:t>
            </a:r>
            <a:endParaRPr sz="1800">
              <a:solidFill>
                <a:schemeClr val="dk1"/>
              </a:solidFill>
              <a:latin typeface="Calibri"/>
              <a:ea typeface="Calibri"/>
              <a:cs typeface="Calibri"/>
              <a:sym typeface="Calibri"/>
            </a:endParaRPr>
          </a:p>
          <a:p>
            <a:pPr marL="0" lvl="0" indent="0" algn="l" rtl="0">
              <a:spcBef>
                <a:spcPts val="0"/>
              </a:spcBef>
              <a:spcAft>
                <a:spcPts val="0"/>
              </a:spcAft>
              <a:buNone/>
            </a:pPr>
            <a:endParaRPr sz="1800">
              <a:latin typeface="Calibri"/>
              <a:ea typeface="Calibri"/>
              <a:cs typeface="Calibri"/>
              <a:sym typeface="Calibri"/>
            </a:endParaRPr>
          </a:p>
        </p:txBody>
      </p:sp>
      <p:sp>
        <p:nvSpPr>
          <p:cNvPr id="475" name="Google Shape;475;p104"/>
          <p:cNvSpPr txBox="1"/>
          <p:nvPr/>
        </p:nvSpPr>
        <p:spPr>
          <a:xfrm>
            <a:off x="0" y="4210000"/>
            <a:ext cx="9144000" cy="9336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Clr>
                <a:schemeClr val="dk1"/>
              </a:buClr>
              <a:buSzPts val="1100"/>
              <a:buFont typeface="Arial"/>
              <a:buNone/>
            </a:pPr>
            <a:r>
              <a:rPr lang="en" sz="1000">
                <a:uFill>
                  <a:noFill/>
                </a:uFill>
                <a:latin typeface="Calibri"/>
                <a:ea typeface="Calibri"/>
                <a:cs typeface="Calibri"/>
                <a:sym typeface="Calibri"/>
                <a:hlinkClick r:id="rId4"/>
              </a:rPr>
              <a:t>Cooper, C. (2017).</a:t>
            </a:r>
            <a:endParaRPr sz="1000">
              <a:latin typeface="Calibri"/>
              <a:ea typeface="Calibri"/>
              <a:cs typeface="Calibri"/>
              <a:sym typeface="Calibri"/>
            </a:endParaRPr>
          </a:p>
          <a:p>
            <a:pPr marL="0" lvl="0" indent="0" algn="r" rtl="0">
              <a:lnSpc>
                <a:spcPct val="115000"/>
              </a:lnSpc>
              <a:spcBef>
                <a:spcPts val="0"/>
              </a:spcBef>
              <a:spcAft>
                <a:spcPts val="0"/>
              </a:spcAft>
              <a:buClr>
                <a:schemeClr val="dk1"/>
              </a:buClr>
              <a:buSzPts val="1100"/>
              <a:buFont typeface="Arial"/>
              <a:buNone/>
            </a:pPr>
            <a:r>
              <a:rPr lang="en" sz="1000" i="1">
                <a:uFill>
                  <a:noFill/>
                </a:uFill>
                <a:latin typeface="Calibri"/>
                <a:ea typeface="Calibri"/>
                <a:cs typeface="Calibri"/>
                <a:sym typeface="Calibri"/>
                <a:hlinkClick r:id="rId4"/>
              </a:rPr>
              <a:t>Citizen science: How ordinary people are changing the face of discovery.</a:t>
            </a:r>
            <a:endParaRPr sz="1000" i="1">
              <a:latin typeface="Calibri"/>
              <a:ea typeface="Calibri"/>
              <a:cs typeface="Calibri"/>
              <a:sym typeface="Calibri"/>
            </a:endParaRPr>
          </a:p>
          <a:p>
            <a:pPr marL="0" lvl="0" indent="0" algn="r" rtl="0">
              <a:lnSpc>
                <a:spcPct val="115000"/>
              </a:lnSpc>
              <a:spcBef>
                <a:spcPts val="0"/>
              </a:spcBef>
              <a:spcAft>
                <a:spcPts val="0"/>
              </a:spcAft>
              <a:buClr>
                <a:schemeClr val="dk1"/>
              </a:buClr>
              <a:buSzPts val="1100"/>
              <a:buFont typeface="Arial"/>
              <a:buNone/>
            </a:pPr>
            <a:r>
              <a:rPr lang="en" sz="1000">
                <a:uFill>
                  <a:noFill/>
                </a:uFill>
                <a:latin typeface="Calibri"/>
                <a:ea typeface="Calibri"/>
                <a:cs typeface="Calibri"/>
                <a:sym typeface="Calibri"/>
                <a:hlinkClick r:id="rId4"/>
              </a:rPr>
              <a:t>London: Duckworth Overlook.</a:t>
            </a:r>
            <a:endParaRPr sz="10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3"/>
                                        </p:tgtEl>
                                        <p:attrNameLst>
                                          <p:attrName>style.visibility</p:attrName>
                                        </p:attrNameLst>
                                      </p:cBhvr>
                                      <p:to>
                                        <p:strVal val="visible"/>
                                      </p:to>
                                    </p:set>
                                    <p:animEffect transition="in" filter="fade">
                                      <p:cBhvr>
                                        <p:cTn id="7" dur="1000"/>
                                        <p:tgtEl>
                                          <p:spTgt spid="4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2"/>
                                        </p:tgtEl>
                                        <p:attrNameLst>
                                          <p:attrName>style.visibility</p:attrName>
                                        </p:attrNameLst>
                                      </p:cBhvr>
                                      <p:to>
                                        <p:strVal val="visible"/>
                                      </p:to>
                                    </p:set>
                                    <p:animEffect transition="in" filter="fade">
                                      <p:cBhvr>
                                        <p:cTn id="12" dur="1000"/>
                                        <p:tgtEl>
                                          <p:spTgt spid="4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4"/>
                                        </p:tgtEl>
                                        <p:attrNameLst>
                                          <p:attrName>style.visibility</p:attrName>
                                        </p:attrNameLst>
                                      </p:cBhvr>
                                      <p:to>
                                        <p:strVal val="visible"/>
                                      </p:to>
                                    </p:set>
                                    <p:animEffect transition="in" filter="fade">
                                      <p:cBhvr>
                                        <p:cTn id="17" dur="1000"/>
                                        <p:tgtEl>
                                          <p:spTgt spid="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0"/>
        <p:cNvGrpSpPr/>
        <p:nvPr/>
      </p:nvGrpSpPr>
      <p:grpSpPr>
        <a:xfrm>
          <a:off x="0" y="0"/>
          <a:ext cx="0" cy="0"/>
          <a:chOff x="0" y="0"/>
          <a:chExt cx="0" cy="0"/>
        </a:xfrm>
      </p:grpSpPr>
      <p:sp>
        <p:nvSpPr>
          <p:cNvPr id="481" name="Google Shape;481;p105"/>
          <p:cNvSpPr txBox="1"/>
          <p:nvPr/>
        </p:nvSpPr>
        <p:spPr>
          <a:xfrm>
            <a:off x="0" y="4210000"/>
            <a:ext cx="9144000" cy="9336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Clr>
                <a:schemeClr val="dk1"/>
              </a:buClr>
              <a:buSzPts val="1100"/>
              <a:buFont typeface="Arial"/>
              <a:buNone/>
            </a:pPr>
            <a:r>
              <a:rPr lang="en" sz="1000">
                <a:uFill>
                  <a:noFill/>
                </a:uFill>
                <a:latin typeface="Calibri"/>
                <a:ea typeface="Calibri"/>
                <a:cs typeface="Calibri"/>
                <a:sym typeface="Calibri"/>
                <a:hlinkClick r:id="rId3"/>
              </a:rPr>
              <a:t>Cooper, C. (2017).</a:t>
            </a:r>
            <a:endParaRPr sz="1000">
              <a:latin typeface="Calibri"/>
              <a:ea typeface="Calibri"/>
              <a:cs typeface="Calibri"/>
              <a:sym typeface="Calibri"/>
            </a:endParaRPr>
          </a:p>
          <a:p>
            <a:pPr marL="0" lvl="0" indent="0" algn="r" rtl="0">
              <a:lnSpc>
                <a:spcPct val="115000"/>
              </a:lnSpc>
              <a:spcBef>
                <a:spcPts val="0"/>
              </a:spcBef>
              <a:spcAft>
                <a:spcPts val="0"/>
              </a:spcAft>
              <a:buClr>
                <a:schemeClr val="dk1"/>
              </a:buClr>
              <a:buSzPts val="1100"/>
              <a:buFont typeface="Arial"/>
              <a:buNone/>
            </a:pPr>
            <a:r>
              <a:rPr lang="en" sz="1000" i="1">
                <a:uFill>
                  <a:noFill/>
                </a:uFill>
                <a:latin typeface="Calibri"/>
                <a:ea typeface="Calibri"/>
                <a:cs typeface="Calibri"/>
                <a:sym typeface="Calibri"/>
                <a:hlinkClick r:id="rId3"/>
              </a:rPr>
              <a:t>Citizen science: How ordinary people are changing the face of discovery.</a:t>
            </a:r>
            <a:endParaRPr sz="1000" i="1">
              <a:latin typeface="Calibri"/>
              <a:ea typeface="Calibri"/>
              <a:cs typeface="Calibri"/>
              <a:sym typeface="Calibri"/>
            </a:endParaRPr>
          </a:p>
          <a:p>
            <a:pPr marL="0" lvl="0" indent="0" algn="r" rtl="0">
              <a:lnSpc>
                <a:spcPct val="115000"/>
              </a:lnSpc>
              <a:spcBef>
                <a:spcPts val="0"/>
              </a:spcBef>
              <a:spcAft>
                <a:spcPts val="0"/>
              </a:spcAft>
              <a:buClr>
                <a:schemeClr val="dk1"/>
              </a:buClr>
              <a:buSzPts val="1100"/>
              <a:buFont typeface="Arial"/>
              <a:buNone/>
            </a:pPr>
            <a:r>
              <a:rPr lang="en" sz="1000">
                <a:uFill>
                  <a:noFill/>
                </a:uFill>
                <a:latin typeface="Calibri"/>
                <a:ea typeface="Calibri"/>
                <a:cs typeface="Calibri"/>
                <a:sym typeface="Calibri"/>
                <a:hlinkClick r:id="rId3"/>
              </a:rPr>
              <a:t>London: Duckworth Overlook.</a:t>
            </a:r>
            <a:endParaRPr sz="1000">
              <a:latin typeface="Calibri"/>
              <a:ea typeface="Calibri"/>
              <a:cs typeface="Calibri"/>
              <a:sym typeface="Calibri"/>
            </a:endParaRPr>
          </a:p>
        </p:txBody>
      </p:sp>
      <p:sp>
        <p:nvSpPr>
          <p:cNvPr id="482" name="Google Shape;482;p105"/>
          <p:cNvSpPr txBox="1"/>
          <p:nvPr/>
        </p:nvSpPr>
        <p:spPr>
          <a:xfrm>
            <a:off x="3869800" y="228600"/>
            <a:ext cx="4865700" cy="370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i="1">
                <a:latin typeface="Calibri"/>
                <a:ea typeface="Calibri"/>
                <a:cs typeface="Calibri"/>
                <a:sym typeface="Calibri"/>
              </a:rPr>
              <a:t>“Mules, mountains, and scientific establishments rank in the top three on the list of things that are nearly impossible to move.</a:t>
            </a:r>
            <a:endParaRPr sz="2400" i="1">
              <a:latin typeface="Calibri"/>
              <a:ea typeface="Calibri"/>
              <a:cs typeface="Calibri"/>
              <a:sym typeface="Calibri"/>
            </a:endParaRPr>
          </a:p>
          <a:p>
            <a:pPr marL="0" lvl="0" indent="0" algn="l" rtl="0">
              <a:spcBef>
                <a:spcPts val="0"/>
              </a:spcBef>
              <a:spcAft>
                <a:spcPts val="0"/>
              </a:spcAft>
              <a:buNone/>
            </a:pPr>
            <a:endParaRPr sz="2400" i="1">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2400" i="1">
                <a:latin typeface="Calibri"/>
                <a:ea typeface="Calibri"/>
                <a:cs typeface="Calibri"/>
                <a:sym typeface="Calibri"/>
              </a:rPr>
              <a:t>Remember this — centuries of stubbornness — as we soon begin to consider how citizen science might reorganize the scientific establishment today.” (p.141)</a:t>
            </a:r>
            <a:endParaRPr sz="2400" i="1">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2400" i="1">
              <a:latin typeface="Calibri"/>
              <a:ea typeface="Calibri"/>
              <a:cs typeface="Calibri"/>
              <a:sym typeface="Calibri"/>
            </a:endParaRPr>
          </a:p>
          <a:p>
            <a:pPr marL="0" lvl="0" indent="0" algn="l" rtl="0">
              <a:spcBef>
                <a:spcPts val="0"/>
              </a:spcBef>
              <a:spcAft>
                <a:spcPts val="0"/>
              </a:spcAft>
              <a:buNone/>
            </a:pPr>
            <a:endParaRPr sz="2400" i="1">
              <a:latin typeface="Calibri"/>
              <a:ea typeface="Calibri"/>
              <a:cs typeface="Calibri"/>
              <a:sym typeface="Calibri"/>
            </a:endParaRPr>
          </a:p>
        </p:txBody>
      </p:sp>
      <p:pic>
        <p:nvPicPr>
          <p:cNvPr id="483" name="Google Shape;483;p105" descr="Image result for caren cooper citizen science book cover"/>
          <p:cNvPicPr preferRelativeResize="0"/>
          <p:nvPr/>
        </p:nvPicPr>
        <p:blipFill>
          <a:blip r:embed="rId4">
            <a:alphaModFix/>
          </a:blip>
          <a:stretch>
            <a:fillRect/>
          </a:stretch>
        </p:blipFill>
        <p:spPr>
          <a:xfrm>
            <a:off x="-38855" y="0"/>
            <a:ext cx="3467855"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2">
                                            <p:txEl>
                                              <p:pRg st="0" end="0"/>
                                            </p:txEl>
                                          </p:spTgt>
                                        </p:tgtEl>
                                        <p:attrNameLst>
                                          <p:attrName>style.visibility</p:attrName>
                                        </p:attrNameLst>
                                      </p:cBhvr>
                                      <p:to>
                                        <p:strVal val="visible"/>
                                      </p:to>
                                    </p:set>
                                    <p:animEffect transition="in" filter="fade">
                                      <p:cBhvr>
                                        <p:cTn id="7" dur="1000"/>
                                        <p:tgtEl>
                                          <p:spTgt spid="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2">
                                            <p:txEl>
                                              <p:pRg st="2" end="2"/>
                                            </p:txEl>
                                          </p:spTgt>
                                        </p:tgtEl>
                                        <p:attrNameLst>
                                          <p:attrName>style.visibility</p:attrName>
                                        </p:attrNameLst>
                                      </p:cBhvr>
                                      <p:to>
                                        <p:strVal val="visible"/>
                                      </p:to>
                                    </p:set>
                                    <p:animEffect transition="in" filter="fade">
                                      <p:cBhvr>
                                        <p:cTn id="12" dur="1000"/>
                                        <p:tgtEl>
                                          <p:spTgt spid="48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8"/>
        <p:cNvGrpSpPr/>
        <p:nvPr/>
      </p:nvGrpSpPr>
      <p:grpSpPr>
        <a:xfrm>
          <a:off x="0" y="0"/>
          <a:ext cx="0" cy="0"/>
          <a:chOff x="0" y="0"/>
          <a:chExt cx="0" cy="0"/>
        </a:xfrm>
      </p:grpSpPr>
      <p:pic>
        <p:nvPicPr>
          <p:cNvPr id="489" name="Google Shape;489;p106"/>
          <p:cNvPicPr preferRelativeResize="0"/>
          <p:nvPr/>
        </p:nvPicPr>
        <p:blipFill rotWithShape="1">
          <a:blip r:embed="rId3">
            <a:alphaModFix/>
          </a:blip>
          <a:srcRect t="91484" r="53078"/>
          <a:stretch/>
        </p:blipFill>
        <p:spPr>
          <a:xfrm>
            <a:off x="0" y="4210050"/>
            <a:ext cx="9144000" cy="933451"/>
          </a:xfrm>
          <a:prstGeom prst="rect">
            <a:avLst/>
          </a:prstGeom>
          <a:noFill/>
          <a:ln>
            <a:noFill/>
          </a:ln>
        </p:spPr>
      </p:pic>
      <p:pic>
        <p:nvPicPr>
          <p:cNvPr id="490" name="Google Shape;490;p106" descr="white-print-web-trinity.png"/>
          <p:cNvPicPr preferRelativeResize="0"/>
          <p:nvPr/>
        </p:nvPicPr>
        <p:blipFill>
          <a:blip r:embed="rId4">
            <a:alphaModFix/>
          </a:blip>
          <a:stretch>
            <a:fillRect/>
          </a:stretch>
        </p:blipFill>
        <p:spPr>
          <a:xfrm>
            <a:off x="693950" y="4259150"/>
            <a:ext cx="2420850" cy="835225"/>
          </a:xfrm>
          <a:prstGeom prst="rect">
            <a:avLst/>
          </a:prstGeom>
          <a:noFill/>
          <a:ln>
            <a:noFill/>
          </a:ln>
        </p:spPr>
      </p:pic>
      <p:sp>
        <p:nvSpPr>
          <p:cNvPr id="491" name="Google Shape;491;p106"/>
          <p:cNvSpPr txBox="1"/>
          <p:nvPr/>
        </p:nvSpPr>
        <p:spPr>
          <a:xfrm>
            <a:off x="0" y="0"/>
            <a:ext cx="9144000" cy="4210200"/>
          </a:xfrm>
          <a:prstGeom prst="rect">
            <a:avLst/>
          </a:prstGeom>
          <a:noFill/>
          <a:ln>
            <a:noFill/>
          </a:ln>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n" sz="3600">
                <a:latin typeface="Calibri"/>
                <a:ea typeface="Calibri"/>
                <a:cs typeface="Calibri"/>
                <a:sym typeface="Calibri"/>
              </a:rPr>
              <a:t>Citizen Science:</a:t>
            </a:r>
            <a:endParaRPr sz="3600">
              <a:latin typeface="Calibri"/>
              <a:ea typeface="Calibri"/>
              <a:cs typeface="Calibri"/>
              <a:sym typeface="Calibri"/>
            </a:endParaRPr>
          </a:p>
          <a:p>
            <a:pPr marL="0" lvl="0" indent="0" algn="ctr" rtl="0">
              <a:lnSpc>
                <a:spcPct val="150000"/>
              </a:lnSpc>
              <a:spcBef>
                <a:spcPts val="0"/>
              </a:spcBef>
              <a:spcAft>
                <a:spcPts val="0"/>
              </a:spcAft>
              <a:buClr>
                <a:schemeClr val="dk1"/>
              </a:buClr>
              <a:buSzPts val="1100"/>
              <a:buFont typeface="Arial"/>
              <a:buNone/>
            </a:pPr>
            <a:r>
              <a:rPr lang="en" sz="3600">
                <a:latin typeface="Calibri"/>
                <a:ea typeface="Calibri"/>
                <a:cs typeface="Calibri"/>
                <a:sym typeface="Calibri"/>
              </a:rPr>
              <a:t>Potential cause for concern</a:t>
            </a:r>
            <a:endParaRPr sz="36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6"/>
        <p:cNvGrpSpPr/>
        <p:nvPr/>
      </p:nvGrpSpPr>
      <p:grpSpPr>
        <a:xfrm>
          <a:off x="0" y="0"/>
          <a:ext cx="0" cy="0"/>
          <a:chOff x="0" y="0"/>
          <a:chExt cx="0" cy="0"/>
        </a:xfrm>
      </p:grpSpPr>
      <p:pic>
        <p:nvPicPr>
          <p:cNvPr id="497" name="Google Shape;497;p107" descr="Image result for flint michigan water protests"/>
          <p:cNvPicPr preferRelativeResize="0"/>
          <p:nvPr/>
        </p:nvPicPr>
        <p:blipFill rotWithShape="1">
          <a:blip r:embed="rId3">
            <a:alphaModFix/>
          </a:blip>
          <a:srcRect l="6032" r="26032"/>
          <a:stretch/>
        </p:blipFill>
        <p:spPr>
          <a:xfrm>
            <a:off x="3869225" y="-19050"/>
            <a:ext cx="5274775" cy="5274775"/>
          </a:xfrm>
          <a:prstGeom prst="rect">
            <a:avLst/>
          </a:prstGeom>
          <a:noFill/>
          <a:ln>
            <a:noFill/>
          </a:ln>
        </p:spPr>
      </p:pic>
      <p:pic>
        <p:nvPicPr>
          <p:cNvPr id="498" name="Google Shape;498;p107"/>
          <p:cNvPicPr preferRelativeResize="0"/>
          <p:nvPr/>
        </p:nvPicPr>
        <p:blipFill rotWithShape="1">
          <a:blip r:embed="rId4">
            <a:alphaModFix/>
          </a:blip>
          <a:srcRect r="5997"/>
          <a:stretch/>
        </p:blipFill>
        <p:spPr>
          <a:xfrm>
            <a:off x="-5350" y="-19050"/>
            <a:ext cx="4958350" cy="5274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3"/>
        <p:cNvGrpSpPr/>
        <p:nvPr/>
      </p:nvGrpSpPr>
      <p:grpSpPr>
        <a:xfrm>
          <a:off x="0" y="0"/>
          <a:ext cx="0" cy="0"/>
          <a:chOff x="0" y="0"/>
          <a:chExt cx="0" cy="0"/>
        </a:xfrm>
      </p:grpSpPr>
      <p:pic>
        <p:nvPicPr>
          <p:cNvPr id="504" name="Google Shape;504;p108"/>
          <p:cNvPicPr preferRelativeResize="0"/>
          <p:nvPr/>
        </p:nvPicPr>
        <p:blipFill rotWithShape="1">
          <a:blip r:embed="rId3">
            <a:alphaModFix/>
          </a:blip>
          <a:srcRect t="4958" b="11289"/>
          <a:stretch/>
        </p:blipFill>
        <p:spPr>
          <a:xfrm>
            <a:off x="0" y="0"/>
            <a:ext cx="9144001"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9"/>
        <p:cNvGrpSpPr/>
        <p:nvPr/>
      </p:nvGrpSpPr>
      <p:grpSpPr>
        <a:xfrm>
          <a:off x="0" y="0"/>
          <a:ext cx="0" cy="0"/>
          <a:chOff x="0" y="0"/>
          <a:chExt cx="0" cy="0"/>
        </a:xfrm>
      </p:grpSpPr>
      <p:pic>
        <p:nvPicPr>
          <p:cNvPr id="510" name="Google Shape;510;p109" descr="Image result for water defense mark ruffalo"/>
          <p:cNvPicPr preferRelativeResize="0"/>
          <p:nvPr/>
        </p:nvPicPr>
        <p:blipFill rotWithShape="1">
          <a:blip r:embed="rId3">
            <a:alphaModFix/>
          </a:blip>
          <a:srcRect r="3707"/>
          <a:stretch/>
        </p:blipFill>
        <p:spPr>
          <a:xfrm>
            <a:off x="0" y="0"/>
            <a:ext cx="9144000"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4"/>
        <p:cNvGrpSpPr/>
        <p:nvPr/>
      </p:nvGrpSpPr>
      <p:grpSpPr>
        <a:xfrm>
          <a:off x="0" y="0"/>
          <a:ext cx="0" cy="0"/>
          <a:chOff x="0" y="0"/>
          <a:chExt cx="0" cy="0"/>
        </a:xfrm>
      </p:grpSpPr>
      <p:pic>
        <p:nvPicPr>
          <p:cNvPr id="525" name="Google Shape;525;p111"/>
          <p:cNvPicPr preferRelativeResize="0"/>
          <p:nvPr/>
        </p:nvPicPr>
        <p:blipFill>
          <a:blip r:embed="rId3">
            <a:alphaModFix/>
          </a:blip>
          <a:stretch>
            <a:fillRect/>
          </a:stretch>
        </p:blipFill>
        <p:spPr>
          <a:xfrm>
            <a:off x="233709" y="152401"/>
            <a:ext cx="3494982" cy="4838697"/>
          </a:xfrm>
          <a:prstGeom prst="rect">
            <a:avLst/>
          </a:prstGeom>
          <a:noFill/>
          <a:ln>
            <a:noFill/>
          </a:ln>
        </p:spPr>
      </p:pic>
      <p:sp>
        <p:nvSpPr>
          <p:cNvPr id="526" name="Google Shape;526;p111">
            <a:hlinkClick r:id="rId4"/>
          </p:cNvPr>
          <p:cNvSpPr txBox="1"/>
          <p:nvPr/>
        </p:nvSpPr>
        <p:spPr>
          <a:xfrm>
            <a:off x="0" y="4210000"/>
            <a:ext cx="9144000" cy="9336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Clr>
                <a:schemeClr val="dk1"/>
              </a:buClr>
              <a:buSzPts val="1100"/>
              <a:buFont typeface="Arial"/>
              <a:buNone/>
            </a:pP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Roy, S., &amp; Edwards, M. (2019).</a:t>
            </a:r>
            <a:endParaRPr sz="1000">
              <a:solidFill>
                <a:schemeClr val="dk1"/>
              </a:solidFill>
              <a:latin typeface="Calibri"/>
              <a:ea typeface="Calibri"/>
              <a:cs typeface="Calibri"/>
              <a:sym typeface="Calibri"/>
            </a:endParaRPr>
          </a:p>
          <a:p>
            <a:pPr marL="0" lvl="0" indent="0" algn="r" rtl="0">
              <a:lnSpc>
                <a:spcPct val="115000"/>
              </a:lnSpc>
              <a:spcBef>
                <a:spcPts val="0"/>
              </a:spcBef>
              <a:spcAft>
                <a:spcPts val="0"/>
              </a:spcAft>
              <a:buClr>
                <a:schemeClr val="dk1"/>
              </a:buClr>
              <a:buSzPts val="1100"/>
              <a:buFont typeface="Arial"/>
              <a:buNone/>
            </a:pP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Citizen Science During the Flint, Michigan Federal Water Emergency:</a:t>
            </a:r>
            <a:endParaRPr/>
          </a:p>
          <a:p>
            <a:pPr marL="0" lvl="0" indent="0" algn="r" rtl="0">
              <a:lnSpc>
                <a:spcPct val="115000"/>
              </a:lnSpc>
              <a:spcBef>
                <a:spcPts val="0"/>
              </a:spcBef>
              <a:spcAft>
                <a:spcPts val="0"/>
              </a:spcAft>
              <a:buClr>
                <a:schemeClr val="dk1"/>
              </a:buClr>
              <a:buSzPts val="1100"/>
              <a:buFont typeface="Arial"/>
              <a:buNone/>
            </a:pP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Ethical Dilemmas and Lessons Learned.</a:t>
            </a:r>
            <a:endParaRPr sz="1000">
              <a:solidFill>
                <a:schemeClr val="dk1"/>
              </a:solidFill>
              <a:latin typeface="Calibri"/>
              <a:ea typeface="Calibri"/>
              <a:cs typeface="Calibri"/>
              <a:sym typeface="Calibri"/>
            </a:endParaRPr>
          </a:p>
          <a:p>
            <a:pPr marL="0" lvl="0" indent="0" algn="r" rtl="0">
              <a:lnSpc>
                <a:spcPct val="115000"/>
              </a:lnSpc>
              <a:spcBef>
                <a:spcPts val="0"/>
              </a:spcBef>
              <a:spcAft>
                <a:spcPts val="0"/>
              </a:spcAft>
              <a:buClr>
                <a:schemeClr val="dk1"/>
              </a:buClr>
              <a:buSzPts val="1100"/>
              <a:buFont typeface="Arial"/>
              <a:buNone/>
            </a:pPr>
            <a:r>
              <a:rPr lang="en" sz="1000" i="1">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Citizen Science: Theory and Practice</a:t>
            </a: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 </a:t>
            </a:r>
            <a:r>
              <a:rPr lang="en" sz="1000" i="1">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4</a:t>
            </a: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(1), 1-28.</a:t>
            </a:r>
            <a:endParaRPr sz="10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1"/>
        <p:cNvGrpSpPr/>
        <p:nvPr/>
      </p:nvGrpSpPr>
      <p:grpSpPr>
        <a:xfrm>
          <a:off x="0" y="0"/>
          <a:ext cx="0" cy="0"/>
          <a:chOff x="0" y="0"/>
          <a:chExt cx="0" cy="0"/>
        </a:xfrm>
      </p:grpSpPr>
      <p:pic>
        <p:nvPicPr>
          <p:cNvPr id="532" name="Google Shape;532;p112"/>
          <p:cNvPicPr preferRelativeResize="0"/>
          <p:nvPr/>
        </p:nvPicPr>
        <p:blipFill>
          <a:blip r:embed="rId3">
            <a:alphaModFix/>
          </a:blip>
          <a:stretch>
            <a:fillRect/>
          </a:stretch>
        </p:blipFill>
        <p:spPr>
          <a:xfrm>
            <a:off x="293655" y="152399"/>
            <a:ext cx="3679890" cy="4838702"/>
          </a:xfrm>
          <a:prstGeom prst="rect">
            <a:avLst/>
          </a:prstGeom>
          <a:noFill/>
          <a:ln>
            <a:noFill/>
          </a:ln>
        </p:spPr>
      </p:pic>
      <p:sp>
        <p:nvSpPr>
          <p:cNvPr id="533" name="Google Shape;533;p112"/>
          <p:cNvSpPr/>
          <p:nvPr/>
        </p:nvSpPr>
        <p:spPr>
          <a:xfrm>
            <a:off x="143725" y="2787050"/>
            <a:ext cx="3891900" cy="7248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12">
            <a:hlinkClick r:id="rId4"/>
          </p:cNvPr>
          <p:cNvSpPr txBox="1"/>
          <p:nvPr/>
        </p:nvSpPr>
        <p:spPr>
          <a:xfrm>
            <a:off x="0" y="4210000"/>
            <a:ext cx="9144000" cy="9336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Clr>
                <a:schemeClr val="dk1"/>
              </a:buClr>
              <a:buSzPts val="1100"/>
              <a:buFont typeface="Arial"/>
              <a:buNone/>
            </a:pP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Roy, S., &amp; Edwards, M. (2019).</a:t>
            </a:r>
            <a:endParaRPr sz="1000">
              <a:solidFill>
                <a:schemeClr val="dk1"/>
              </a:solidFill>
              <a:latin typeface="Calibri"/>
              <a:ea typeface="Calibri"/>
              <a:cs typeface="Calibri"/>
              <a:sym typeface="Calibri"/>
            </a:endParaRPr>
          </a:p>
          <a:p>
            <a:pPr marL="0" lvl="0" indent="0" algn="r" rtl="0">
              <a:lnSpc>
                <a:spcPct val="115000"/>
              </a:lnSpc>
              <a:spcBef>
                <a:spcPts val="0"/>
              </a:spcBef>
              <a:spcAft>
                <a:spcPts val="0"/>
              </a:spcAft>
              <a:buClr>
                <a:schemeClr val="dk1"/>
              </a:buClr>
              <a:buSzPts val="1100"/>
              <a:buFont typeface="Arial"/>
              <a:buNone/>
            </a:pP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Citizen Science During the Flint, Michigan Federal Water Emergency:</a:t>
            </a:r>
            <a:endParaRPr/>
          </a:p>
          <a:p>
            <a:pPr marL="0" lvl="0" indent="0" algn="r" rtl="0">
              <a:lnSpc>
                <a:spcPct val="115000"/>
              </a:lnSpc>
              <a:spcBef>
                <a:spcPts val="0"/>
              </a:spcBef>
              <a:spcAft>
                <a:spcPts val="0"/>
              </a:spcAft>
              <a:buClr>
                <a:schemeClr val="dk1"/>
              </a:buClr>
              <a:buSzPts val="1100"/>
              <a:buFont typeface="Arial"/>
              <a:buNone/>
            </a:pP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Ethical Dilemmas and Lessons Learned.</a:t>
            </a:r>
            <a:endParaRPr sz="1000">
              <a:solidFill>
                <a:schemeClr val="dk1"/>
              </a:solidFill>
              <a:latin typeface="Calibri"/>
              <a:ea typeface="Calibri"/>
              <a:cs typeface="Calibri"/>
              <a:sym typeface="Calibri"/>
            </a:endParaRPr>
          </a:p>
          <a:p>
            <a:pPr marL="0" lvl="0" indent="0" algn="r" rtl="0">
              <a:lnSpc>
                <a:spcPct val="115000"/>
              </a:lnSpc>
              <a:spcBef>
                <a:spcPts val="0"/>
              </a:spcBef>
              <a:spcAft>
                <a:spcPts val="0"/>
              </a:spcAft>
              <a:buClr>
                <a:schemeClr val="dk1"/>
              </a:buClr>
              <a:buSzPts val="1100"/>
              <a:buFont typeface="Arial"/>
              <a:buNone/>
            </a:pPr>
            <a:r>
              <a:rPr lang="en" sz="1000" i="1">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Citizen Science: Theory and Practice</a:t>
            </a: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 </a:t>
            </a:r>
            <a:r>
              <a:rPr lang="en" sz="1000" i="1">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4</a:t>
            </a:r>
            <a:r>
              <a:rPr lang="en" sz="10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(1), 1-28.</a:t>
            </a:r>
            <a:endParaRPr sz="10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1000"/>
                                        <p:tgtEl>
                                          <p:spTgt spid="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9"/>
        <p:cNvGrpSpPr/>
        <p:nvPr/>
      </p:nvGrpSpPr>
      <p:grpSpPr>
        <a:xfrm>
          <a:off x="0" y="0"/>
          <a:ext cx="0" cy="0"/>
          <a:chOff x="0" y="0"/>
          <a:chExt cx="0" cy="0"/>
        </a:xfrm>
      </p:grpSpPr>
      <p:pic>
        <p:nvPicPr>
          <p:cNvPr id="540" name="Google Shape;540;p113"/>
          <p:cNvPicPr preferRelativeResize="0"/>
          <p:nvPr/>
        </p:nvPicPr>
        <p:blipFill>
          <a:blip r:embed="rId3">
            <a:alphaModFix/>
          </a:blip>
          <a:stretch>
            <a:fillRect/>
          </a:stretch>
        </p:blipFill>
        <p:spPr>
          <a:xfrm>
            <a:off x="1468620" y="0"/>
            <a:ext cx="6206761" cy="5109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Them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ustom Them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470D1749A67340A8B043711C72708F" ma:contentTypeVersion="4" ma:contentTypeDescription="Create a new document." ma:contentTypeScope="" ma:versionID="9da94e8f4dab4b223db2f2f097ddd625">
  <xsd:schema xmlns:xsd="http://www.w3.org/2001/XMLSchema" xmlns:xs="http://www.w3.org/2001/XMLSchema" xmlns:p="http://schemas.microsoft.com/office/2006/metadata/properties" xmlns:ns2="168c0bac-e4a0-4692-a0b6-956c8119663e" targetNamespace="http://schemas.microsoft.com/office/2006/metadata/properties" ma:root="true" ma:fieldsID="ee3aaf1a96ccc897c20a750201309a8e" ns2:_="">
    <xsd:import namespace="168c0bac-e4a0-4692-a0b6-956c811966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8c0bac-e4a0-4692-a0b6-956c811966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63AC21-EF62-4E90-962D-4F6C4A9F1313}"/>
</file>

<file path=customXml/itemProps2.xml><?xml version="1.0" encoding="utf-8"?>
<ds:datastoreItem xmlns:ds="http://schemas.openxmlformats.org/officeDocument/2006/customXml" ds:itemID="{861D1B96-75E1-4CCA-B831-01AF8FB71545}">
  <ds:schemaRefs>
    <ds:schemaRef ds:uri="http://schemas.microsoft.com/sharepoint/v3/contenttype/forms"/>
  </ds:schemaRefs>
</ds:datastoreItem>
</file>

<file path=customXml/itemProps3.xml><?xml version="1.0" encoding="utf-8"?>
<ds:datastoreItem xmlns:ds="http://schemas.openxmlformats.org/officeDocument/2006/customXml" ds:itemID="{2DC1137F-CA6F-4458-A43C-2E59BCEA25B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1538</Words>
  <Application>Microsoft Office PowerPoint</Application>
  <PresentationFormat>On-screen Show (16:9)</PresentationFormat>
  <Paragraphs>281</Paragraphs>
  <Slides>31</Slides>
  <Notes>31</Notes>
  <HiddenSlides>0</HiddenSlides>
  <MMClips>0</MMClips>
  <ScaleCrop>false</ScaleCrop>
  <HeadingPairs>
    <vt:vector size="4" baseType="variant">
      <vt:variant>
        <vt:lpstr>Theme</vt:lpstr>
      </vt:variant>
      <vt:variant>
        <vt:i4>7</vt:i4>
      </vt:variant>
      <vt:variant>
        <vt:lpstr>Slide Titles</vt:lpstr>
      </vt:variant>
      <vt:variant>
        <vt:i4>31</vt:i4>
      </vt:variant>
    </vt:vector>
  </HeadingPairs>
  <TitlesOfParts>
    <vt:vector size="38" baseType="lpstr">
      <vt:lpstr>Simple Light</vt:lpstr>
      <vt:lpstr>Office Theme</vt:lpstr>
      <vt:lpstr>Custom Theme</vt:lpstr>
      <vt:lpstr>Custom Theme</vt:lpstr>
      <vt:lpstr>Simple Light</vt:lpstr>
      <vt:lpstr>Custom Theme</vt:lpstr>
      <vt:lpstr>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EU-Citizen.Science platform</vt:lpstr>
      <vt:lpstr>citizenscience.eu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Joseph Roche</cp:lastModifiedBy>
  <cp:revision>2</cp:revision>
  <dcterms:modified xsi:type="dcterms:W3CDTF">2026-02-06T08:56:40Z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0x010100AD470D1749A67340A8B043711C72708F</vt:lpwstr>
  </property>
</Properties>
</file>